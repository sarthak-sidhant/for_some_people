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9" r:id="rId5"/>
    <p:sldId id="262" r:id="rId6"/>
    <p:sldId id="260" r:id="rId7"/>
    <p:sldId id="263" r:id="rId8"/>
    <p:sldId id="264" r:id="rId9"/>
    <p:sldId id="266" r:id="rId10"/>
    <p:sldId id="267" r:id="rId11"/>
    <p:sldId id="268" r:id="rId12"/>
    <p:sldId id="269" r:id="rId13"/>
    <p:sldId id="258" r:id="rId14"/>
    <p:sldId id="265" r:id="rId15"/>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26" autoAdjust="0"/>
    <p:restoredTop sz="94660"/>
  </p:normalViewPr>
  <p:slideViewPr>
    <p:cSldViewPr>
      <p:cViewPr>
        <p:scale>
          <a:sx n="66" d="100"/>
          <a:sy n="66" d="100"/>
        </p:scale>
        <p:origin x="-1260" y="-6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171700"/>
            <a:ext cx="4572000" cy="1026599"/>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Rectangle 14"/>
          <p:cNvSpPr/>
          <p:nvPr/>
        </p:nvSpPr>
        <p:spPr>
          <a:xfrm>
            <a:off x="0" y="3557588"/>
            <a:ext cx="9144000" cy="1585913"/>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0" y="3536156"/>
            <a:ext cx="9144000" cy="119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Date Placeholder 21"/>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23" name="Slide Number Placeholder 22"/>
          <p:cNvSpPr>
            <a:spLocks noGrp="1"/>
          </p:cNvSpPr>
          <p:nvPr>
            <p:ph type="sldNum" sz="quarter" idx="11"/>
          </p:nvPr>
        </p:nvSpPr>
        <p:spPr/>
        <p:txBody>
          <a:bodyPr/>
          <a:lstStyle/>
          <a:p>
            <a:fld id="{CB2BA7A4-2A39-42AE-A605-CF733A02F29D}" type="slidenum">
              <a:rPr lang="en-IN" smtClean="0"/>
              <a:t>‹#›</a:t>
            </a:fld>
            <a:endParaRPr lang="en-IN" dirty="0"/>
          </a:p>
        </p:txBody>
      </p:sp>
      <p:sp>
        <p:nvSpPr>
          <p:cNvPr id="24" name="Footer Placeholder 23"/>
          <p:cNvSpPr>
            <a:spLocks noGrp="1"/>
          </p:cNvSpPr>
          <p:nvPr>
            <p:ph type="ftr" sz="quarter" idx="12"/>
          </p:nvPr>
        </p:nvSpPr>
        <p:spPr/>
        <p:txBody>
          <a:bodyPr/>
          <a:lstStyle/>
          <a:p>
            <a:endParaRPr lang="en-IN" dirty="0"/>
          </a:p>
        </p:txBody>
      </p:sp>
      <p:sp>
        <p:nvSpPr>
          <p:cNvPr id="12" name="Title 11"/>
          <p:cNvSpPr>
            <a:spLocks noGrp="1"/>
          </p:cNvSpPr>
          <p:nvPr>
            <p:ph type="title"/>
          </p:nvPr>
        </p:nvSpPr>
        <p:spPr>
          <a:xfrm>
            <a:off x="352426" y="342901"/>
            <a:ext cx="7680960" cy="1828799"/>
          </a:xfrm>
        </p:spPr>
        <p:txBody>
          <a:bodyPr>
            <a:normAutofit/>
          </a:bodyPr>
          <a:lstStyle>
            <a:lvl1pPr>
              <a:spcBef>
                <a:spcPts val="0"/>
              </a:spcBef>
              <a:defRPr kumimoji="0" lang="en-US" sz="6000" b="1" i="0" u="none" strike="noStrike" kern="1200" cap="none" spc="0" normalizeH="0" baseline="0" noProof="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ntent Placeholder 30"/>
          <p:cNvSpPr>
            <a:spLocks noGrp="1"/>
          </p:cNvSpPr>
          <p:nvPr>
            <p:ph sz="quarter" idx="13"/>
          </p:nvPr>
        </p:nvSpPr>
        <p:spPr>
          <a:xfrm>
            <a:off x="352426" y="1097280"/>
            <a:ext cx="7680960" cy="3543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Date Placeholder 11"/>
          <p:cNvSpPr>
            <a:spLocks noGrp="1"/>
          </p:cNvSpPr>
          <p:nvPr>
            <p:ph type="dt" sz="half" idx="14"/>
          </p:nvPr>
        </p:nvSpPr>
        <p:spPr/>
        <p:txBody>
          <a:bodyPr/>
          <a:lstStyle/>
          <a:p>
            <a:fld id="{2D49C107-DF67-4DEB-8FCA-ACA967FAC35A}" type="datetimeFigureOut">
              <a:rPr lang="en-IN" smtClean="0"/>
              <a:t>21-01-21</a:t>
            </a:fld>
            <a:endParaRPr lang="en-IN" dirty="0"/>
          </a:p>
        </p:txBody>
      </p:sp>
      <p:sp>
        <p:nvSpPr>
          <p:cNvPr id="19" name="Slide Number Placeholder 18"/>
          <p:cNvSpPr>
            <a:spLocks noGrp="1"/>
          </p:cNvSpPr>
          <p:nvPr>
            <p:ph type="sldNum" sz="quarter" idx="15"/>
          </p:nvPr>
        </p:nvSpPr>
        <p:spPr/>
        <p:txBody>
          <a:bodyPr/>
          <a:lstStyle/>
          <a:p>
            <a:fld id="{CB2BA7A4-2A39-42AE-A605-CF733A02F29D}" type="slidenum">
              <a:rPr lang="en-IN" smtClean="0"/>
              <a:t>‹#›</a:t>
            </a:fld>
            <a:endParaRPr lang="en-IN" dirty="0"/>
          </a:p>
        </p:txBody>
      </p:sp>
      <p:sp>
        <p:nvSpPr>
          <p:cNvPr id="21" name="Footer Placeholder 20"/>
          <p:cNvSpPr>
            <a:spLocks noGrp="1"/>
          </p:cNvSpPr>
          <p:nvPr>
            <p:ph type="ftr" sz="quarter" idx="16"/>
          </p:nvPr>
        </p:nvSpPr>
        <p:spPr/>
        <p:txBody>
          <a:bodyPr/>
          <a:lstStyle/>
          <a:p>
            <a:endParaRPr lang="en-IN" dirty="0"/>
          </a:p>
        </p:txBody>
      </p:sp>
      <p:sp>
        <p:nvSpPr>
          <p:cNvPr id="8" name="Title 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2" name="Rectangle 11"/>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Subtitle 2"/>
          <p:cNvSpPr>
            <a:spLocks noGrp="1"/>
          </p:cNvSpPr>
          <p:nvPr>
            <p:ph type="subTitle" idx="1"/>
          </p:nvPr>
        </p:nvSpPr>
        <p:spPr>
          <a:xfrm>
            <a:off x="352426" y="3002476"/>
            <a:ext cx="4572000" cy="883724"/>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20" name="Slide Number Placeholder 19"/>
          <p:cNvSpPr>
            <a:spLocks noGrp="1"/>
          </p:cNvSpPr>
          <p:nvPr>
            <p:ph type="sldNum" sz="quarter" idx="11"/>
          </p:nvPr>
        </p:nvSpPr>
        <p:spPr/>
        <p:txBody>
          <a:bodyPr/>
          <a:lstStyle/>
          <a:p>
            <a:fld id="{CB2BA7A4-2A39-42AE-A605-CF733A02F29D}" type="slidenum">
              <a:rPr lang="en-IN" smtClean="0"/>
              <a:t>‹#›</a:t>
            </a:fld>
            <a:endParaRPr lang="en-IN" dirty="0"/>
          </a:p>
        </p:txBody>
      </p:sp>
      <p:sp>
        <p:nvSpPr>
          <p:cNvPr id="21" name="Footer Placeholder 20"/>
          <p:cNvSpPr>
            <a:spLocks noGrp="1"/>
          </p:cNvSpPr>
          <p:nvPr>
            <p:ph type="ftr" sz="quarter" idx="12"/>
          </p:nvPr>
        </p:nvSpPr>
        <p:spPr/>
        <p:txBody>
          <a:bodyPr/>
          <a:lstStyle/>
          <a:p>
            <a:endParaRPr lang="en-IN" dirty="0"/>
          </a:p>
        </p:txBody>
      </p:sp>
      <p:sp>
        <p:nvSpPr>
          <p:cNvPr id="13" name="Rectangle 12"/>
          <p:cNvSpPr/>
          <p:nvPr/>
        </p:nvSpPr>
        <p:spPr>
          <a:xfrm>
            <a:off x="0" y="0"/>
            <a:ext cx="9144000" cy="137160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p:cNvCxnSpPr/>
          <p:nvPr/>
        </p:nvCxnSpPr>
        <p:spPr>
          <a:xfrm>
            <a:off x="-4439" y="1371600"/>
            <a:ext cx="9144000" cy="119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p:cNvSpPr>
            <a:spLocks noGrp="1"/>
          </p:cNvSpPr>
          <p:nvPr>
            <p:ph type="title"/>
          </p:nvPr>
        </p:nvSpPr>
        <p:spPr>
          <a:xfrm>
            <a:off x="354366" y="1492559"/>
            <a:ext cx="8439912" cy="1488186"/>
          </a:xfrm>
        </p:spPr>
        <p:txBody>
          <a:bodyPr>
            <a:noAutofit/>
          </a:bodyPr>
          <a:lstStyle>
            <a:lvl1pPr>
              <a:defRPr kumimoji="0" lang="en-US" sz="6000" b="1" i="0" u="none" strike="noStrike" kern="1200" cap="none" spc="0" normalizeH="0" baseline="0" noProof="0" dirty="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ntent Placeholder 11"/>
          <p:cNvSpPr>
            <a:spLocks noGrp="1"/>
          </p:cNvSpPr>
          <p:nvPr>
            <p:ph sz="quarter" idx="14"/>
          </p:nvPr>
        </p:nvSpPr>
        <p:spPr>
          <a:xfrm>
            <a:off x="4901184" y="1097280"/>
            <a:ext cx="3886200" cy="3216402"/>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0"/>
          <p:cNvSpPr>
            <a:spLocks noGrp="1"/>
          </p:cNvSpPr>
          <p:nvPr>
            <p:ph sz="quarter" idx="13"/>
          </p:nvPr>
        </p:nvSpPr>
        <p:spPr>
          <a:xfrm>
            <a:off x="352426" y="1097280"/>
            <a:ext cx="3886200" cy="3216402"/>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itle 26"/>
          <p:cNvSpPr>
            <a:spLocks noGrp="1"/>
          </p:cNvSpPr>
          <p:nvPr>
            <p:ph type="title"/>
          </p:nvPr>
        </p:nvSpPr>
        <p:spPr/>
        <p:txBody>
          <a:bodyPr/>
          <a:lstStyle/>
          <a:p>
            <a:r>
              <a:rPr lang="en-US" smtClean="0"/>
              <a:t>Click to edit Master title style</a:t>
            </a:r>
            <a:endParaRPr lang="en-US" dirty="0"/>
          </a:p>
        </p:txBody>
      </p:sp>
      <p:sp>
        <p:nvSpPr>
          <p:cNvPr id="20" name="Date Placeholder 19"/>
          <p:cNvSpPr>
            <a:spLocks noGrp="1"/>
          </p:cNvSpPr>
          <p:nvPr>
            <p:ph type="dt" sz="half" idx="15"/>
          </p:nvPr>
        </p:nvSpPr>
        <p:spPr/>
        <p:txBody>
          <a:bodyPr/>
          <a:lstStyle/>
          <a:p>
            <a:fld id="{2D49C107-DF67-4DEB-8FCA-ACA967FAC35A}" type="datetimeFigureOut">
              <a:rPr lang="en-IN" smtClean="0"/>
              <a:t>21-01-21</a:t>
            </a:fld>
            <a:endParaRPr lang="en-IN" dirty="0"/>
          </a:p>
        </p:txBody>
      </p:sp>
      <p:sp>
        <p:nvSpPr>
          <p:cNvPr id="25" name="Slide Number Placeholder 24"/>
          <p:cNvSpPr>
            <a:spLocks noGrp="1"/>
          </p:cNvSpPr>
          <p:nvPr>
            <p:ph type="sldNum" sz="quarter" idx="16"/>
          </p:nvPr>
        </p:nvSpPr>
        <p:spPr/>
        <p:txBody>
          <a:bodyPr/>
          <a:lstStyle/>
          <a:p>
            <a:fld id="{CB2BA7A4-2A39-42AE-A605-CF733A02F29D}" type="slidenum">
              <a:rPr lang="en-IN" smtClean="0"/>
              <a:t>‹#›</a:t>
            </a:fld>
            <a:endParaRPr lang="en-IN" dirty="0"/>
          </a:p>
        </p:txBody>
      </p:sp>
      <p:sp>
        <p:nvSpPr>
          <p:cNvPr id="26" name="Footer Placeholder 25"/>
          <p:cNvSpPr>
            <a:spLocks noGrp="1"/>
          </p:cNvSpPr>
          <p:nvPr>
            <p:ph type="ftr" sz="quarter" idx="17"/>
          </p:nvPr>
        </p:nvSpPr>
        <p:spPr/>
        <p:txBody>
          <a:bodyPr/>
          <a:lstStyle/>
          <a:p>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Rectangle 12"/>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 Placeholder 3"/>
          <p:cNvSpPr>
            <a:spLocks noGrp="1"/>
          </p:cNvSpPr>
          <p:nvPr>
            <p:ph type="body" sz="half" idx="2"/>
          </p:nvPr>
        </p:nvSpPr>
        <p:spPr>
          <a:xfrm>
            <a:off x="352426" y="1097281"/>
            <a:ext cx="3886200" cy="382190"/>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9" name="Text Placeholder 3"/>
          <p:cNvSpPr>
            <a:spLocks noGrp="1"/>
          </p:cNvSpPr>
          <p:nvPr>
            <p:ph type="body" sz="half" idx="15"/>
          </p:nvPr>
        </p:nvSpPr>
        <p:spPr>
          <a:xfrm>
            <a:off x="4900613" y="1097281"/>
            <a:ext cx="3886200" cy="382190"/>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Content Placeholder 11"/>
          <p:cNvSpPr>
            <a:spLocks noGrp="1"/>
          </p:cNvSpPr>
          <p:nvPr>
            <p:ph sz="quarter" idx="14"/>
          </p:nvPr>
        </p:nvSpPr>
        <p:spPr>
          <a:xfrm>
            <a:off x="4900613" y="1508760"/>
            <a:ext cx="3886200" cy="28026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Content Placeholder 30"/>
          <p:cNvSpPr>
            <a:spLocks noGrp="1"/>
          </p:cNvSpPr>
          <p:nvPr>
            <p:ph sz="quarter" idx="13"/>
          </p:nvPr>
        </p:nvSpPr>
        <p:spPr>
          <a:xfrm>
            <a:off x="352426" y="1508760"/>
            <a:ext cx="3886200" cy="28026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0" name="Title 29"/>
          <p:cNvSpPr>
            <a:spLocks noGrp="1"/>
          </p:cNvSpPr>
          <p:nvPr>
            <p:ph type="title"/>
          </p:nvPr>
        </p:nvSpPr>
        <p:spPr/>
        <p:txBody>
          <a:bodyPr/>
          <a:lstStyle/>
          <a:p>
            <a:r>
              <a:rPr lang="en-US" smtClean="0"/>
              <a:t>Click to edit Master title style</a:t>
            </a:r>
            <a:endParaRPr lang="en-US"/>
          </a:p>
        </p:txBody>
      </p:sp>
      <p:sp>
        <p:nvSpPr>
          <p:cNvPr id="20" name="Date Placeholder 19"/>
          <p:cNvSpPr>
            <a:spLocks noGrp="1"/>
          </p:cNvSpPr>
          <p:nvPr>
            <p:ph type="dt" sz="half" idx="16"/>
          </p:nvPr>
        </p:nvSpPr>
        <p:spPr/>
        <p:txBody>
          <a:bodyPr/>
          <a:lstStyle/>
          <a:p>
            <a:fld id="{2D49C107-DF67-4DEB-8FCA-ACA967FAC35A}" type="datetimeFigureOut">
              <a:rPr lang="en-IN" smtClean="0"/>
              <a:t>21-01-21</a:t>
            </a:fld>
            <a:endParaRPr lang="en-IN" dirty="0"/>
          </a:p>
        </p:txBody>
      </p:sp>
      <p:sp>
        <p:nvSpPr>
          <p:cNvPr id="24" name="Slide Number Placeholder 23"/>
          <p:cNvSpPr>
            <a:spLocks noGrp="1"/>
          </p:cNvSpPr>
          <p:nvPr>
            <p:ph type="sldNum" sz="quarter" idx="17"/>
          </p:nvPr>
        </p:nvSpPr>
        <p:spPr/>
        <p:txBody>
          <a:bodyPr/>
          <a:lstStyle/>
          <a:p>
            <a:fld id="{CB2BA7A4-2A39-42AE-A605-CF733A02F29D}" type="slidenum">
              <a:rPr lang="en-IN" smtClean="0"/>
              <a:t>‹#›</a:t>
            </a:fld>
            <a:endParaRPr lang="en-IN" dirty="0"/>
          </a:p>
        </p:txBody>
      </p:sp>
      <p:sp>
        <p:nvSpPr>
          <p:cNvPr id="29" name="Footer Placeholder 28"/>
          <p:cNvSpPr>
            <a:spLocks noGrp="1"/>
          </p:cNvSpPr>
          <p:nvPr>
            <p:ph type="ftr" sz="quarter" idx="18"/>
          </p:nvPr>
        </p:nvSpPr>
        <p:spPr/>
        <p:txBody>
          <a:bodyPr/>
          <a:lstStyle/>
          <a:p>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Rectangle 11"/>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ate Placeholder 10"/>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14" name="Slide Number Placeholder 13"/>
          <p:cNvSpPr>
            <a:spLocks noGrp="1"/>
          </p:cNvSpPr>
          <p:nvPr>
            <p:ph type="sldNum" sz="quarter" idx="11"/>
          </p:nvPr>
        </p:nvSpPr>
        <p:spPr/>
        <p:txBody>
          <a:bodyPr/>
          <a:lstStyle/>
          <a:p>
            <a:fld id="{CB2BA7A4-2A39-42AE-A605-CF733A02F29D}" type="slidenum">
              <a:rPr lang="en-IN" smtClean="0"/>
              <a:t>‹#›</a:t>
            </a:fld>
            <a:endParaRPr lang="en-IN" dirty="0"/>
          </a:p>
        </p:txBody>
      </p:sp>
      <p:sp>
        <p:nvSpPr>
          <p:cNvPr id="18" name="Footer Placeholder 17"/>
          <p:cNvSpPr>
            <a:spLocks noGrp="1"/>
          </p:cNvSpPr>
          <p:nvPr>
            <p:ph type="ftr" sz="quarter" idx="12"/>
          </p:nvPr>
        </p:nvSpPr>
        <p:spPr/>
        <p:txBody>
          <a:bodyPr/>
          <a:lstStyle/>
          <a:p>
            <a:endParaRPr lang="en-IN" dirty="0"/>
          </a:p>
        </p:txBody>
      </p:sp>
      <p:sp>
        <p:nvSpPr>
          <p:cNvPr id="15" name="Title 14"/>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Rectangle 7"/>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12" name="Slide Number Placeholder 11"/>
          <p:cNvSpPr>
            <a:spLocks noGrp="1"/>
          </p:cNvSpPr>
          <p:nvPr>
            <p:ph type="sldNum" sz="quarter" idx="11"/>
          </p:nvPr>
        </p:nvSpPr>
        <p:spPr/>
        <p:txBody>
          <a:bodyPr/>
          <a:lstStyle/>
          <a:p>
            <a:fld id="{CB2BA7A4-2A39-42AE-A605-CF733A02F29D}" type="slidenum">
              <a:rPr lang="en-IN" smtClean="0"/>
              <a:t>‹#›</a:t>
            </a:fld>
            <a:endParaRPr lang="en-IN" dirty="0"/>
          </a:p>
        </p:txBody>
      </p:sp>
      <p:sp>
        <p:nvSpPr>
          <p:cNvPr id="13" name="Footer Placeholder 12"/>
          <p:cNvSpPr>
            <a:spLocks noGrp="1"/>
          </p:cNvSpPr>
          <p:nvPr>
            <p:ph type="ftr" sz="quarter" idx="12"/>
          </p:nvPr>
        </p:nvSpPr>
        <p:spPr/>
        <p:txBody>
          <a:bodyPr/>
          <a:lstStyle/>
          <a:p>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Rectangle 11"/>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0" y="4300537"/>
            <a:ext cx="9144000" cy="842963"/>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Straight Connector 21"/>
          <p:cNvCxnSpPr/>
          <p:nvPr/>
        </p:nvCxnSpPr>
        <p:spPr>
          <a:xfrm>
            <a:off x="0" y="4271963"/>
            <a:ext cx="9144000" cy="119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le 23"/>
          <p:cNvSpPr>
            <a:spLocks noGrp="1"/>
          </p:cNvSpPr>
          <p:nvPr>
            <p:ph type="title"/>
          </p:nvPr>
        </p:nvSpPr>
        <p:spPr/>
        <p:txBody>
          <a:bodyPr/>
          <a:lstStyle/>
          <a:p>
            <a:r>
              <a:rPr lang="en-US" smtClean="0"/>
              <a:t>Click to edit Master title style</a:t>
            </a:r>
            <a:endParaRPr lang="en-US"/>
          </a:p>
        </p:txBody>
      </p:sp>
      <p:sp>
        <p:nvSpPr>
          <p:cNvPr id="11" name="Text Placeholder 3"/>
          <p:cNvSpPr>
            <a:spLocks noGrp="1"/>
          </p:cNvSpPr>
          <p:nvPr>
            <p:ph type="body" sz="half" idx="2"/>
          </p:nvPr>
        </p:nvSpPr>
        <p:spPr>
          <a:xfrm>
            <a:off x="352427" y="1097280"/>
            <a:ext cx="3381375" cy="2975372"/>
          </a:xfrm>
        </p:spPr>
        <p:txBody>
          <a:bodyPr>
            <a:normAutofit/>
          </a:bodyPr>
          <a:lstStyle>
            <a:lvl1pPr marL="0" indent="0">
              <a:lnSpc>
                <a:spcPct val="150000"/>
              </a:lnSpc>
              <a:buNone/>
              <a:defRPr sz="1600" b="0" i="1" spc="0" baseline="0">
                <a:solidFill>
                  <a:schemeClr val="tx2"/>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Content Placeholder 11"/>
          <p:cNvSpPr>
            <a:spLocks noGrp="1"/>
          </p:cNvSpPr>
          <p:nvPr>
            <p:ph sz="quarter" idx="14"/>
          </p:nvPr>
        </p:nvSpPr>
        <p:spPr>
          <a:xfrm>
            <a:off x="4105275" y="1097280"/>
            <a:ext cx="4681538" cy="2976372"/>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12"/>
          <p:cNvSpPr>
            <a:spLocks noGrp="1"/>
          </p:cNvSpPr>
          <p:nvPr>
            <p:ph type="dt" sz="half" idx="15"/>
          </p:nvPr>
        </p:nvSpPr>
        <p:spPr/>
        <p:txBody>
          <a:bodyPr/>
          <a:lstStyle/>
          <a:p>
            <a:fld id="{2D49C107-DF67-4DEB-8FCA-ACA967FAC35A}" type="datetimeFigureOut">
              <a:rPr lang="en-IN" smtClean="0"/>
              <a:t>21-01-21</a:t>
            </a:fld>
            <a:endParaRPr lang="en-IN" dirty="0"/>
          </a:p>
        </p:txBody>
      </p:sp>
      <p:sp>
        <p:nvSpPr>
          <p:cNvPr id="18" name="Slide Number Placeholder 17"/>
          <p:cNvSpPr>
            <a:spLocks noGrp="1"/>
          </p:cNvSpPr>
          <p:nvPr>
            <p:ph type="sldNum" sz="quarter" idx="16"/>
          </p:nvPr>
        </p:nvSpPr>
        <p:spPr/>
        <p:txBody>
          <a:bodyPr/>
          <a:lstStyle/>
          <a:p>
            <a:fld id="{CB2BA7A4-2A39-42AE-A605-CF733A02F29D}" type="slidenum">
              <a:rPr lang="en-IN" smtClean="0"/>
              <a:t>‹#›</a:t>
            </a:fld>
            <a:endParaRPr lang="en-IN" dirty="0"/>
          </a:p>
        </p:txBody>
      </p:sp>
      <p:sp>
        <p:nvSpPr>
          <p:cNvPr id="20" name="Footer Placeholder 19"/>
          <p:cNvSpPr>
            <a:spLocks noGrp="1"/>
          </p:cNvSpPr>
          <p:nvPr>
            <p:ph type="ftr" sz="quarter" idx="17"/>
          </p:nvPr>
        </p:nvSpPr>
        <p:spPr/>
        <p:txBody>
          <a:bodyPr/>
          <a:lstStyle/>
          <a:p>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p:cNvSpPr>
            <a:spLocks noGrp="1"/>
          </p:cNvSpPr>
          <p:nvPr>
            <p:ph type="pic" idx="1"/>
          </p:nvPr>
        </p:nvSpPr>
        <p:spPr>
          <a:xfrm>
            <a:off x="5229225" y="0"/>
            <a:ext cx="3914775" cy="4243388"/>
          </a:xfrm>
        </p:spPr>
        <p:txBody>
          <a:bodyPr anchor="ctr" anchorCtr="0"/>
          <a:lstStyle>
            <a:lvl1pPr marL="0" indent="0" algn="ctr">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25" name="Text Placeholder 24"/>
          <p:cNvSpPr>
            <a:spLocks noGrp="1"/>
          </p:cNvSpPr>
          <p:nvPr>
            <p:ph type="body" sz="quarter" idx="13"/>
          </p:nvPr>
        </p:nvSpPr>
        <p:spPr>
          <a:xfrm>
            <a:off x="352426" y="1200150"/>
            <a:ext cx="4572000" cy="2694928"/>
          </a:xfrm>
        </p:spPr>
        <p:txBody>
          <a:bodyPr>
            <a:normAutofit/>
          </a:bodyPr>
          <a:lstStyle>
            <a:lvl1pPr marL="0" indent="0">
              <a:lnSpc>
                <a:spcPct val="150000"/>
              </a:lnSpc>
              <a:spcBef>
                <a:spcPts val="0"/>
              </a:spcBef>
              <a:buNone/>
              <a:defRPr sz="1600" i="1">
                <a:solidFill>
                  <a:schemeClr val="tx1"/>
                </a:solidFill>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lvl="0"/>
            <a:r>
              <a:rPr lang="en-US" smtClean="0"/>
              <a:t>Click to edit Master text styles</a:t>
            </a:r>
          </a:p>
        </p:txBody>
      </p:sp>
      <p:sp>
        <p:nvSpPr>
          <p:cNvPr id="11" name="Rectangle 10"/>
          <p:cNvSpPr/>
          <p:nvPr/>
        </p:nvSpPr>
        <p:spPr>
          <a:xfrm>
            <a:off x="0" y="4300537"/>
            <a:ext cx="9144000" cy="842963"/>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0" y="4271963"/>
            <a:ext cx="9144000" cy="119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Placeholder 1"/>
          <p:cNvSpPr>
            <a:spLocks noGrp="1"/>
          </p:cNvSpPr>
          <p:nvPr>
            <p:ph type="title"/>
          </p:nvPr>
        </p:nvSpPr>
        <p:spPr>
          <a:xfrm>
            <a:off x="352425" y="206406"/>
            <a:ext cx="4572000" cy="993744"/>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13" name="Date Placeholder 12"/>
          <p:cNvSpPr>
            <a:spLocks noGrp="1"/>
          </p:cNvSpPr>
          <p:nvPr>
            <p:ph type="dt" sz="half" idx="14"/>
          </p:nvPr>
        </p:nvSpPr>
        <p:spPr/>
        <p:txBody>
          <a:bodyPr/>
          <a:lstStyle/>
          <a:p>
            <a:fld id="{2D49C107-DF67-4DEB-8FCA-ACA967FAC35A}" type="datetimeFigureOut">
              <a:rPr lang="en-IN" smtClean="0"/>
              <a:t>21-01-21</a:t>
            </a:fld>
            <a:endParaRPr lang="en-IN" dirty="0"/>
          </a:p>
        </p:txBody>
      </p:sp>
      <p:sp>
        <p:nvSpPr>
          <p:cNvPr id="20" name="Slide Number Placeholder 19"/>
          <p:cNvSpPr>
            <a:spLocks noGrp="1"/>
          </p:cNvSpPr>
          <p:nvPr>
            <p:ph type="sldNum" sz="quarter" idx="15"/>
          </p:nvPr>
        </p:nvSpPr>
        <p:spPr/>
        <p:txBody>
          <a:bodyPr/>
          <a:lstStyle/>
          <a:p>
            <a:fld id="{CB2BA7A4-2A39-42AE-A605-CF733A02F29D}" type="slidenum">
              <a:rPr lang="en-IN" smtClean="0"/>
              <a:t>‹#›</a:t>
            </a:fld>
            <a:endParaRPr lang="en-IN" dirty="0"/>
          </a:p>
        </p:txBody>
      </p:sp>
      <p:sp>
        <p:nvSpPr>
          <p:cNvPr id="21" name="Footer Placeholder 20"/>
          <p:cNvSpPr>
            <a:spLocks noGrp="1"/>
          </p:cNvSpPr>
          <p:nvPr>
            <p:ph type="ftr" sz="quarter" idx="16"/>
          </p:nvPr>
        </p:nvSpPr>
        <p:spPr/>
        <p:txBody>
          <a:bodyPr/>
          <a:lstStyle/>
          <a:p>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B2BA7A4-2A39-42AE-A605-CF733A02F29D}"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0"/>
            <a:ext cx="9144000" cy="51435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49C107-DF67-4DEB-8FCA-ACA967FAC35A}" type="datetimeFigureOut">
              <a:rPr lang="en-IN" smtClean="0"/>
              <a:t>21-01-21</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B2BA7A4-2A39-42AE-A605-CF733A02F29D}"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426" y="171450"/>
            <a:ext cx="7680960" cy="8001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52426" y="1097280"/>
            <a:ext cx="7680960" cy="325755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52426" y="4907757"/>
            <a:ext cx="1466850" cy="185738"/>
          </a:xfrm>
          <a:prstGeom prst="rect">
            <a:avLst/>
          </a:prstGeom>
        </p:spPr>
        <p:txBody>
          <a:bodyPr vert="horz" lIns="91440" tIns="45720" rIns="91440" bIns="45720" rtlCol="0" anchor="ctr">
            <a:normAutofit/>
          </a:bodyPr>
          <a:lstStyle>
            <a:lvl1pPr algn="l">
              <a:defRPr sz="1000" b="1">
                <a:solidFill>
                  <a:schemeClr val="tx1">
                    <a:alpha val="65000"/>
                  </a:schemeClr>
                </a:solidFill>
              </a:defRPr>
            </a:lvl1pPr>
          </a:lstStyle>
          <a:p>
            <a:fld id="{2D49C107-DF67-4DEB-8FCA-ACA967FAC35A}" type="datetimeFigureOut">
              <a:rPr lang="en-IN" smtClean="0"/>
              <a:t>21-01-21</a:t>
            </a:fld>
            <a:endParaRPr lang="en-IN" dirty="0"/>
          </a:p>
        </p:txBody>
      </p:sp>
      <p:sp>
        <p:nvSpPr>
          <p:cNvPr id="5" name="Footer Placeholder 4"/>
          <p:cNvSpPr>
            <a:spLocks noGrp="1"/>
          </p:cNvSpPr>
          <p:nvPr>
            <p:ph type="ftr" sz="quarter" idx="3"/>
          </p:nvPr>
        </p:nvSpPr>
        <p:spPr>
          <a:xfrm>
            <a:off x="1809750" y="4907757"/>
            <a:ext cx="4086225" cy="185738"/>
          </a:xfrm>
          <a:prstGeom prst="rect">
            <a:avLst/>
          </a:prstGeom>
        </p:spPr>
        <p:txBody>
          <a:bodyPr vert="horz" lIns="91440" tIns="45720" rIns="91440" bIns="45720" rtlCol="0" anchor="ctr">
            <a:normAutofit/>
          </a:bodyPr>
          <a:lstStyle>
            <a:lvl1pPr algn="l">
              <a:defRPr sz="1000" b="1" i="1">
                <a:solidFill>
                  <a:schemeClr val="tx1">
                    <a:alpha val="65000"/>
                  </a:schemeClr>
                </a:solidFill>
              </a:defRPr>
            </a:lvl1pPr>
          </a:lstStyle>
          <a:p>
            <a:endParaRPr lang="en-IN" dirty="0"/>
          </a:p>
        </p:txBody>
      </p:sp>
      <p:sp>
        <p:nvSpPr>
          <p:cNvPr id="6" name="Slide Number Placeholder 5"/>
          <p:cNvSpPr>
            <a:spLocks noGrp="1"/>
          </p:cNvSpPr>
          <p:nvPr>
            <p:ph type="sldNum" sz="quarter" idx="4"/>
          </p:nvPr>
        </p:nvSpPr>
        <p:spPr>
          <a:xfrm>
            <a:off x="7886700" y="4907757"/>
            <a:ext cx="876300" cy="185738"/>
          </a:xfrm>
          <a:prstGeom prst="rect">
            <a:avLst/>
          </a:prstGeom>
        </p:spPr>
        <p:txBody>
          <a:bodyPr vert="horz" lIns="91440" tIns="45720" rIns="91440" bIns="45720" rtlCol="0" anchor="ctr">
            <a:normAutofit/>
          </a:bodyPr>
          <a:lstStyle>
            <a:lvl1pPr algn="r">
              <a:defRPr sz="1000" b="1">
                <a:solidFill>
                  <a:schemeClr val="tx1">
                    <a:alpha val="65000"/>
                  </a:schemeClr>
                </a:solidFill>
              </a:defRPr>
            </a:lvl1pPr>
          </a:lstStyle>
          <a:p>
            <a:fld id="{CB2BA7A4-2A39-42AE-A605-CF733A02F29D}" type="slidenum">
              <a:rPr lang="en-IN" smtClean="0"/>
              <a:t>‹#›</a:t>
            </a:fld>
            <a:endParaRPr lang="en-IN"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ts val="400"/>
        </a:spcBef>
        <a:buNone/>
        <a:defRPr sz="4000" b="0" kern="1200" cap="none" spc="0" baseline="0">
          <a:solidFill>
            <a:schemeClr val="tx1"/>
          </a:solidFill>
          <a:latin typeface="+mj-lt"/>
          <a:ea typeface="+mj-ea"/>
          <a:cs typeface="Tunga" pitchFamily="2"/>
        </a:defRPr>
      </a:lvl1pPr>
    </p:titleStyle>
    <p:bodyStyle>
      <a:lvl1pPr marL="0" indent="0" algn="l" defTabSz="914400" rtl="0" eaLnBrk="1" latinLnBrk="0" hangingPunct="1">
        <a:spcBef>
          <a:spcPts val="1200"/>
        </a:spcBef>
        <a:spcAft>
          <a:spcPts val="0"/>
        </a:spcAft>
        <a:buClr>
          <a:schemeClr val="accent5"/>
        </a:buClr>
        <a:buFont typeface="Arial" pitchFamily="34" charset="0"/>
        <a:buNone/>
        <a:defRPr sz="1800" b="0" i="0" kern="1200" cap="none" spc="30" baseline="0">
          <a:solidFill>
            <a:schemeClr val="tx1"/>
          </a:solidFill>
          <a:latin typeface="+mn-lt"/>
          <a:ea typeface="+mn-ea"/>
          <a:cs typeface="Tahoma" pitchFamily="34" charset="0"/>
        </a:defRPr>
      </a:lvl1pPr>
      <a:lvl2pPr marL="171450" indent="-17145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2pPr>
      <a:lvl3pPr marL="344488" indent="-16510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3pPr>
      <a:lvl4pPr marL="517525" indent="-169863"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4pPr>
      <a:lvl5pPr marL="688975" indent="-173038"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5pPr>
      <a:lvl6pPr marL="8686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06984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24358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40817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jfif"/><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thethirdpole.net/2018/08/01/%E0%A4%B9%E0%A4%BF%E0%A4%A8%E0%A5%8D%E0%A4%A6%E0%A5%80-tourist-magnet-ladakh-facing-water-scarcity/" TargetMode="External"/><Relationship Id="rId13" Type="http://schemas.openxmlformats.org/officeDocument/2006/relationships/hyperlink" Target="https://upload.wikimedia.org/wikipedia/commons/c/c2/Apple_farming_in_Ladakh_Jammu_Kashmir_India.jpg" TargetMode="External"/><Relationship Id="rId18" Type="http://schemas.openxmlformats.org/officeDocument/2006/relationships/hyperlink" Target="https://www.stokpalaceheritage.com/wildlife-of-ladakh" TargetMode="External"/><Relationship Id="rId3" Type="http://schemas.openxmlformats.org/officeDocument/2006/relationships/hyperlink" Target="https://www.oyorooms.com/travel-guide/wp-content/uploads/2019/06/10-Things-You-Should-Never-Miss-Out-on-a-Trip-to-Ladakh-Image-5.jpg" TargetMode="External"/><Relationship Id="rId21" Type="http://schemas.openxmlformats.org/officeDocument/2006/relationships/hyperlink" Target="http://www.oiseaux-birds.com/galliformes/phasianides/tetraogalle-tibet/tetraogalle-tibet-op3.jpg" TargetMode="External"/><Relationship Id="rId7" Type="http://schemas.openxmlformats.org/officeDocument/2006/relationships/hyperlink" Target="https://www.downtoearth.org.in/news/water/problem-in-paradise-water-crisis-deepens-in-ladakh-amid-surge-in-tourists-61105" TargetMode="External"/><Relationship Id="rId12" Type="http://schemas.openxmlformats.org/officeDocument/2006/relationships/hyperlink" Target="https://www.toppr.com/ask/question/the-chiru-or-the-tibetan-antelope-is-an-endangered-species-found-in-ladakh-it-is/" TargetMode="External"/><Relationship Id="rId17" Type="http://schemas.openxmlformats.org/officeDocument/2006/relationships/hyperlink" Target="https://www.leh-ladakh-taxi-booking.com/practical-info/wildlife-ladakh-mammals-birds-himalayan-animals" TargetMode="External"/><Relationship Id="rId25" Type="http://schemas.openxmlformats.org/officeDocument/2006/relationships/hyperlink" Target="https://bsmedia.business-standard.com/media-handler.php?mediaPath=https://bsmedia.business-standard.com/_media/bs/img/article/2018-10/24/full/1540370952-5014.jpg&amp;width=1200" TargetMode="External"/><Relationship Id="rId2" Type="http://schemas.openxmlformats.org/officeDocument/2006/relationships/hyperlink" Target="https://static.toiimg.com/imagenext/toiblogs/photo/blogs/wp-content/uploads/2015/07/Mountains-in-Nubra.jpg" TargetMode="External"/><Relationship Id="rId16" Type="http://schemas.openxmlformats.org/officeDocument/2006/relationships/hyperlink" Target="https://www.leh-ladakh-taxi-booking.com/img/practical-info/1000x430_tibetan-fox-marmot-himalayan-mountains.jpg" TargetMode="External"/><Relationship Id="rId20" Type="http://schemas.openxmlformats.org/officeDocument/2006/relationships/hyperlink" Target="https://www.wildabouttravel.co.uk/w0rdpr3s5/wp-content/uploads/Robin-Accentor-N-Robinson.jpg" TargetMode="External"/><Relationship Id="rId1" Type="http://schemas.openxmlformats.org/officeDocument/2006/relationships/slideLayout" Target="../slideLayouts/slideLayout2.xml"/><Relationship Id="rId6" Type="http://schemas.openxmlformats.org/officeDocument/2006/relationships/hyperlink" Target="https://d1whtlypfis84e.cloudfront.net/guides/wp-content/uploads/2018/02/22080114/The-Cold-desert-Ladakh-768x480.jpg" TargetMode="External"/><Relationship Id="rId11" Type="http://schemas.openxmlformats.org/officeDocument/2006/relationships/hyperlink" Target="https://dynamic-media-cdn.tripadvisor.com/media/photo-o/0d/79/45/db/pangong-tso.jpg?w=1200&amp;h=700&amp;s=1" TargetMode="External"/><Relationship Id="rId24" Type="http://schemas.openxmlformats.org/officeDocument/2006/relationships/hyperlink" Target="https://journals.openedition.org/samaj/docannexe/image/4208/img-1-small580.jpg" TargetMode="External"/><Relationship Id="rId5" Type="http://schemas.openxmlformats.org/officeDocument/2006/relationships/hyperlink" Target="https://www.toppr.com/guides/geography/life-in-the-deserts/the-cold-desert-ladakh/" TargetMode="External"/><Relationship Id="rId15" Type="http://schemas.openxmlformats.org/officeDocument/2006/relationships/hyperlink" Target="https://www.facebook.com/271130742897158/photos/pcb.1185673634776193/1185671018109788/?type=3&amp;theater" TargetMode="External"/><Relationship Id="rId23" Type="http://schemas.openxmlformats.org/officeDocument/2006/relationships/hyperlink" Target="https://static-blog.treebo.com/blog/wp-content/uploads/2018/05/Webp.net-compress-image-22.jpg" TargetMode="External"/><Relationship Id="rId10" Type="http://schemas.openxmlformats.org/officeDocument/2006/relationships/hyperlink" Target="https://i.pinimg.com/564x/35/e0/69/35e06992f4fea95eaede9bb446bb4ba4.jpg" TargetMode="External"/><Relationship Id="rId19" Type="http://schemas.openxmlformats.org/officeDocument/2006/relationships/hyperlink" Target="https://www.tripadvisor.com/Tourism-g297624-Ladakh_Jammu_and_Kashmir-Vacations.html" TargetMode="External"/><Relationship Id="rId4" Type="http://schemas.openxmlformats.org/officeDocument/2006/relationships/hyperlink" Target="https://www.toppr.com/ask/question/long-answer-type-questionsdescribe-the-flora-and-fauna-found-in-the-ladakh-desert/" TargetMode="External"/><Relationship Id="rId9" Type="http://schemas.openxmlformats.org/officeDocument/2006/relationships/hyperlink" Target="https://www.reachladakh.com/news/constituency/in-the-past-we-used-to-drink-directly-from-streams-it-s-unthinkable-now-leh-residents" TargetMode="External"/><Relationship Id="rId14" Type="http://schemas.openxmlformats.org/officeDocument/2006/relationships/hyperlink" Target="https://travelswithsheila.com/wp-content/uploads/2011/09/Day-2-apricots.jpg" TargetMode="External"/><Relationship Id="rId22" Type="http://schemas.openxmlformats.org/officeDocument/2006/relationships/hyperlink" Target="https://www.lehladakhtourism.com/about-ladakh/images/ladakh-people.jpg"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oyorooms.com/travel-guide/wp-content/uploads/2019/06/10-Things-You-Should-Never-Miss-Out-on-a-Trip-to-Ladakh-Image-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 y="34230"/>
            <a:ext cx="9144000" cy="5143501"/>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344016" y="1538592"/>
            <a:ext cx="8457456" cy="1102519"/>
          </a:xfrm>
        </p:spPr>
        <p:txBody>
          <a:bodyPr>
            <a:normAutofit/>
          </a:bodyPr>
          <a:lstStyle/>
          <a:p>
            <a:r>
              <a:rPr lang="en-IN" b="0" u="sng" dirty="0" smtClean="0">
                <a:ln w="18415" cmpd="sng">
                  <a:solidFill>
                    <a:srgbClr val="FFFFFF"/>
                  </a:solidFill>
                  <a:prstDash val="solid"/>
                </a:ln>
                <a:solidFill>
                  <a:srgbClr val="FFFFFF"/>
                </a:solidFill>
                <a:effectLst>
                  <a:glow rad="228600">
                    <a:srgbClr val="00B050">
                      <a:alpha val="40000"/>
                    </a:srgbClr>
                  </a:glow>
                  <a:outerShdw blurRad="50800" dist="38100" dir="16200000" rotWithShape="0">
                    <a:prstClr val="black">
                      <a:alpha val="40000"/>
                    </a:prstClr>
                  </a:outerShdw>
                  <a:reflection blurRad="6350" stA="55000" endA="50" endPos="85000" dist="60007" dir="5400000" sy="-100000" algn="bl" rotWithShape="0"/>
                </a:effectLst>
              </a:rPr>
              <a:t>The</a:t>
            </a:r>
            <a:r>
              <a:rPr lang="en-IN" b="0" u="sng" dirty="0" smtClean="0">
                <a:ln w="18415" cmpd="sng">
                  <a:solidFill>
                    <a:srgbClr val="FFFFFF"/>
                  </a:solidFill>
                  <a:prstDash val="solid"/>
                </a:ln>
                <a:solidFill>
                  <a:srgbClr val="FFFFFF"/>
                </a:solidFill>
                <a:effectLst>
                  <a:glow rad="228600">
                    <a:schemeClr val="accent4">
                      <a:satMod val="175000"/>
                      <a:alpha val="40000"/>
                    </a:schemeClr>
                  </a:glow>
                  <a:outerShdw blurRad="50800" dist="38100" dir="16200000" rotWithShape="0">
                    <a:prstClr val="black">
                      <a:alpha val="40000"/>
                    </a:prstClr>
                  </a:outerShdw>
                  <a:reflection blurRad="6350" stA="55000" endA="50" endPos="85000" dist="60007" dir="5400000" sy="-100000" algn="bl" rotWithShape="0"/>
                </a:effectLst>
              </a:rPr>
              <a:t> Cold </a:t>
            </a:r>
            <a:r>
              <a:rPr lang="en-IN" b="0" u="sng" dirty="0" smtClean="0">
                <a:ln w="18415" cmpd="sng">
                  <a:solidFill>
                    <a:srgbClr val="FFFFFF"/>
                  </a:solidFill>
                  <a:prstDash val="solid"/>
                </a:ln>
                <a:solidFill>
                  <a:srgbClr val="FFFFFF"/>
                </a:solidFill>
                <a:effectLst>
                  <a:glow rad="228600">
                    <a:schemeClr val="accent2">
                      <a:satMod val="175000"/>
                      <a:alpha val="40000"/>
                    </a:schemeClr>
                  </a:glow>
                  <a:outerShdw blurRad="50800" dist="38100" dir="16200000" rotWithShape="0">
                    <a:prstClr val="black">
                      <a:alpha val="40000"/>
                    </a:prstClr>
                  </a:outerShdw>
                  <a:reflection blurRad="6350" stA="55000" endA="50" endPos="85000" dist="60007" dir="5400000" sy="-100000" algn="bl" rotWithShape="0"/>
                </a:effectLst>
              </a:rPr>
              <a:t>Desert </a:t>
            </a:r>
            <a:r>
              <a:rPr lang="en-IN" b="0" u="sng" dirty="0" smtClean="0">
                <a:ln w="18415" cmpd="sng">
                  <a:solidFill>
                    <a:srgbClr val="FFFFFF"/>
                  </a:solidFill>
                  <a:prstDash val="solid"/>
                </a:ln>
                <a:solidFill>
                  <a:srgbClr val="FFFFFF"/>
                </a:solidFill>
                <a:effectLst>
                  <a:outerShdw blurRad="50800" dist="38100" dir="16200000" rotWithShape="0">
                    <a:prstClr val="black">
                      <a:alpha val="40000"/>
                    </a:prstClr>
                  </a:outerShdw>
                  <a:reflection blurRad="6350" stA="55000" endA="50" endPos="85000" dist="60007" dir="5400000" sy="-100000" algn="bl" rotWithShape="0"/>
                </a:effectLst>
              </a:rPr>
              <a:t>: </a:t>
            </a:r>
            <a:r>
              <a:rPr lang="en-IN" b="0" u="sng" dirty="0" smtClean="0">
                <a:ln w="18415" cmpd="sng">
                  <a:solidFill>
                    <a:srgbClr val="FFFFFF"/>
                  </a:solidFill>
                  <a:prstDash val="solid"/>
                </a:ln>
                <a:solidFill>
                  <a:srgbClr val="FFFFFF"/>
                </a:solidFill>
                <a:effectLst>
                  <a:glow rad="228600">
                    <a:schemeClr val="accent3">
                      <a:satMod val="175000"/>
                      <a:alpha val="40000"/>
                    </a:schemeClr>
                  </a:glow>
                  <a:outerShdw blurRad="50800" dist="38100" dir="16200000" rotWithShape="0">
                    <a:prstClr val="black">
                      <a:alpha val="40000"/>
                    </a:prstClr>
                  </a:outerShdw>
                  <a:reflection blurRad="6350" stA="55000" endA="50" endPos="85000" dist="60007" dir="5400000" sy="-100000" algn="bl" rotWithShape="0"/>
                </a:effectLst>
              </a:rPr>
              <a:t>Ladakh</a:t>
            </a:r>
            <a:endParaRPr lang="en-IN" b="0" u="sng" dirty="0">
              <a:ln w="18415" cmpd="sng">
                <a:solidFill>
                  <a:srgbClr val="FFFFFF"/>
                </a:solidFill>
                <a:prstDash val="solid"/>
              </a:ln>
              <a:solidFill>
                <a:srgbClr val="FFFFFF"/>
              </a:solidFill>
              <a:effectLst>
                <a:glow rad="228600">
                  <a:schemeClr val="accent3">
                    <a:satMod val="175000"/>
                    <a:alpha val="40000"/>
                  </a:schemeClr>
                </a:glow>
                <a:outerShdw blurRad="50800" dist="38100" dir="16200000" rotWithShape="0">
                  <a:prstClr val="black">
                    <a:alpha val="40000"/>
                  </a:prstClr>
                </a:outerShdw>
                <a:reflection blurRad="6350" stA="55000" endA="50" endPos="85000" dist="60007" dir="5400000" sy="-100000" algn="bl" rotWithShape="0"/>
              </a:effectLst>
            </a:endParaRPr>
          </a:p>
        </p:txBody>
      </p:sp>
      <p:sp>
        <p:nvSpPr>
          <p:cNvPr id="6" name="Subtitle 2"/>
          <p:cNvSpPr>
            <a:spLocks noGrp="1"/>
          </p:cNvSpPr>
          <p:nvPr>
            <p:ph type="subTitle" idx="1"/>
          </p:nvPr>
        </p:nvSpPr>
        <p:spPr>
          <a:xfrm>
            <a:off x="1372344" y="2605980"/>
            <a:ext cx="6400800" cy="1314450"/>
          </a:xfrm>
        </p:spPr>
        <p:txBody>
          <a:bodyPr/>
          <a:lstStyle/>
          <a:p>
            <a:r>
              <a:rPr lang="en-IN" b="1" dirty="0" smtClean="0">
                <a:effectLst>
                  <a:glow rad="63500">
                    <a:schemeClr val="accent1">
                      <a:satMod val="175000"/>
                      <a:alpha val="40000"/>
                    </a:schemeClr>
                  </a:glow>
                  <a:reflection blurRad="6350" stA="55000" endA="50" endPos="85000" dist="60007" dir="5400000" sy="-100000" algn="bl" rotWithShape="0"/>
                </a:effectLst>
              </a:rPr>
              <a:t>By Sarthak Sidhant</a:t>
            </a:r>
            <a:endParaRPr lang="en-IN" b="1" dirty="0">
              <a:effectLst>
                <a:glow rad="63500">
                  <a:schemeClr val="accent1">
                    <a:satMod val="175000"/>
                    <a:alpha val="40000"/>
                  </a:schemeClr>
                </a:glow>
                <a:reflection blurRad="6350" stA="55000" endA="50" endPos="85000" dist="60007" dir="5400000" sy="-100000" algn="bl" rotWithShape="0"/>
              </a:effectLst>
            </a:endParaRPr>
          </a:p>
        </p:txBody>
      </p:sp>
      <p:sp>
        <p:nvSpPr>
          <p:cNvPr id="4" name="Trapezoid 3"/>
          <p:cNvSpPr/>
          <p:nvPr/>
        </p:nvSpPr>
        <p:spPr>
          <a:xfrm rot="5400000">
            <a:off x="1098240" y="-685987"/>
            <a:ext cx="864096" cy="3059090"/>
          </a:xfrm>
          <a:prstGeom prst="trapezoid">
            <a:avLst/>
          </a:prstGeom>
          <a:gradFill flip="none" rotWithShape="1">
            <a:gsLst>
              <a:gs pos="0">
                <a:srgbClr val="000082"/>
              </a:gs>
              <a:gs pos="30000">
                <a:srgbClr val="66008F"/>
              </a:gs>
              <a:gs pos="64999">
                <a:srgbClr val="BA0066"/>
              </a:gs>
              <a:gs pos="89999">
                <a:srgbClr val="FF0000"/>
              </a:gs>
              <a:gs pos="100000">
                <a:srgbClr val="FF8200"/>
              </a:gs>
            </a:gsLst>
            <a:lin ang="189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p:cNvSpPr txBox="1"/>
          <p:nvPr/>
        </p:nvSpPr>
        <p:spPr>
          <a:xfrm>
            <a:off x="3448" y="520392"/>
            <a:ext cx="3059089" cy="646331"/>
          </a:xfrm>
          <a:prstGeom prst="rect">
            <a:avLst/>
          </a:prstGeom>
          <a:noFill/>
        </p:spPr>
        <p:txBody>
          <a:bodyPr wrap="square" rtlCol="0">
            <a:spAutoFit/>
          </a:bodyPr>
          <a:lstStyle/>
          <a:p>
            <a:r>
              <a:rPr lang="en-IN" b="1" dirty="0" smtClean="0">
                <a:effectLst>
                  <a:outerShdw blurRad="38100" dist="38100" dir="2700000" algn="tl">
                    <a:srgbClr val="000000">
                      <a:alpha val="43137"/>
                    </a:srgbClr>
                  </a:outerShdw>
                </a:effectLst>
              </a:rPr>
              <a:t>GEOGRAPHY PROJECT CLASS  7B</a:t>
            </a:r>
            <a:endParaRPr lang="en-IN"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23548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IN" dirty="0" smtClean="0"/>
              <a:t>By Sarthak Sidhant</a:t>
            </a:r>
            <a:endParaRPr lang="en-IN" dirty="0"/>
          </a:p>
        </p:txBody>
      </p:sp>
      <p:sp>
        <p:nvSpPr>
          <p:cNvPr id="3" name="Title 2"/>
          <p:cNvSpPr>
            <a:spLocks noGrp="1"/>
          </p:cNvSpPr>
          <p:nvPr>
            <p:ph type="title"/>
          </p:nvPr>
        </p:nvSpPr>
        <p:spPr/>
        <p:txBody>
          <a:bodyPr/>
          <a:lstStyle/>
          <a:p>
            <a:r>
              <a:rPr lang="en-IN" dirty="0" smtClean="0"/>
              <a:t>Overview and Climate</a:t>
            </a:r>
            <a:endParaRPr lang="en-IN" dirty="0"/>
          </a:p>
        </p:txBody>
      </p:sp>
    </p:spTree>
    <p:extLst>
      <p:ext uri="{BB962C8B-B14F-4D97-AF65-F5344CB8AC3E}">
        <p14:creationId xmlns:p14="http://schemas.microsoft.com/office/powerpoint/2010/main" val="6782279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52426" y="1097280"/>
            <a:ext cx="8396038" cy="3850734"/>
          </a:xfrm>
        </p:spPr>
        <p:txBody>
          <a:bodyPr>
            <a:normAutofit lnSpcReduction="10000"/>
          </a:bodyPr>
          <a:lstStyle/>
          <a:p>
            <a:r>
              <a:rPr lang="en-GB" b="1" dirty="0"/>
              <a:t>Ladakh is a cold desert in India. It lies in the Great </a:t>
            </a:r>
            <a:r>
              <a:rPr lang="en-GB" b="1" dirty="0" smtClean="0"/>
              <a:t>Himalayas, </a:t>
            </a:r>
            <a:r>
              <a:rPr lang="en-GB" b="1" dirty="0"/>
              <a:t>on the eastern side of Jammu and Kashmir. It has the mighty Karakoram Range in the North and in the south, it is bound by the  Zanskar mountains. Several rivers flow through Ladakh. The most important one is the Indus</a:t>
            </a:r>
            <a:r>
              <a:rPr lang="en-GB" b="1" dirty="0" smtClean="0"/>
              <a:t>.</a:t>
            </a:r>
          </a:p>
          <a:p>
            <a:r>
              <a:rPr lang="en-GB" b="1" dirty="0"/>
              <a:t>Due to its high altitude, Ladakh is always freezing cold and dry for most of the year. The air is so thin that you can feel the sun’s </a:t>
            </a:r>
            <a:r>
              <a:rPr lang="en-GB" b="1" dirty="0" smtClean="0"/>
              <a:t>heat</a:t>
            </a:r>
            <a:r>
              <a:rPr lang="en-GB" b="1" dirty="0"/>
              <a:t> intensely. In summers, the temperature during the day is just above zero degrees and the night temperature is much below -30°C. In winters the </a:t>
            </a:r>
            <a:r>
              <a:rPr lang="en-GB" b="1" dirty="0" smtClean="0"/>
              <a:t>temperature</a:t>
            </a:r>
            <a:r>
              <a:rPr lang="en-GB" b="1" dirty="0"/>
              <a:t> remains as low as -40°C most of the </a:t>
            </a:r>
            <a:r>
              <a:rPr lang="en-GB" b="1" dirty="0" smtClean="0"/>
              <a:t>time.</a:t>
            </a:r>
          </a:p>
          <a:p>
            <a:r>
              <a:rPr lang="en-GB" b="1" dirty="0" smtClean="0"/>
              <a:t>These </a:t>
            </a:r>
            <a:r>
              <a:rPr lang="en-GB" b="1" dirty="0"/>
              <a:t>rivers form deep valleys and gorges. They add to the scenic beauty of the place. Several glaciers are found in Ladakh. The Gangotri glacier is an example. The altitude in Ladakh varies from about 3000m in Kargil to more than 8000 m in the Karakoram.</a:t>
            </a:r>
          </a:p>
          <a:p>
            <a:endParaRPr lang="en-IN" b="1" dirty="0"/>
          </a:p>
        </p:txBody>
      </p:sp>
      <p:sp>
        <p:nvSpPr>
          <p:cNvPr id="3" name="Title 2"/>
          <p:cNvSpPr>
            <a:spLocks noGrp="1"/>
          </p:cNvSpPr>
          <p:nvPr>
            <p:ph type="title"/>
          </p:nvPr>
        </p:nvSpPr>
        <p:spPr/>
        <p:txBody>
          <a:bodyPr/>
          <a:lstStyle/>
          <a:p>
            <a:r>
              <a:rPr lang="en-IN" dirty="0" smtClean="0"/>
              <a:t>About Ladakh: An Overview</a:t>
            </a:r>
            <a:endParaRPr lang="en-IN" dirty="0"/>
          </a:p>
        </p:txBody>
      </p:sp>
    </p:spTree>
    <p:extLst>
      <p:ext uri="{BB962C8B-B14F-4D97-AF65-F5344CB8AC3E}">
        <p14:creationId xmlns:p14="http://schemas.microsoft.com/office/powerpoint/2010/main" val="34735583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179512" y="1097280"/>
            <a:ext cx="8712968" cy="3543300"/>
          </a:xfrm>
        </p:spPr>
        <p:txBody>
          <a:bodyPr/>
          <a:lstStyle/>
          <a:p>
            <a:pPr algn="ctr"/>
            <a:r>
              <a:rPr lang="en-GB" b="1" dirty="0"/>
              <a:t>The rainfall in this region is as low as 10 cm annually. This is because it lies in the rain shadow of the Himalayas. The </a:t>
            </a:r>
            <a:r>
              <a:rPr lang="en-GB" b="1" dirty="0" smtClean="0"/>
              <a:t>area</a:t>
            </a:r>
            <a:r>
              <a:rPr lang="en-GB" b="1" dirty="0"/>
              <a:t> experiences freezing winds and burning </a:t>
            </a:r>
            <a:r>
              <a:rPr lang="en-GB" b="1" dirty="0" smtClean="0"/>
              <a:t>sunlight. </a:t>
            </a:r>
            <a:r>
              <a:rPr lang="en-GB" b="1" dirty="0"/>
              <a:t>Therefore, if you sit in the </a:t>
            </a:r>
            <a:r>
              <a:rPr lang="en-GB" b="1" dirty="0" smtClean="0"/>
              <a:t>sun</a:t>
            </a:r>
            <a:r>
              <a:rPr lang="en-GB" b="1" dirty="0"/>
              <a:t> with your hand in the shade; you will experience sunstroke as well as frostbite at the same </a:t>
            </a:r>
            <a:r>
              <a:rPr lang="en-GB" b="1" dirty="0" smtClean="0"/>
              <a:t>time. Because of Low Rain, Ladakh Experiences Acute Water Shortage, sometimes Fight and mishap take place due to such water scarcity. But Sometimes the things are in control because of Low population in Ladakh.</a:t>
            </a:r>
            <a:endParaRPr lang="en-IN" b="1" dirty="0"/>
          </a:p>
        </p:txBody>
      </p:sp>
      <p:sp>
        <p:nvSpPr>
          <p:cNvPr id="3" name="Title 2"/>
          <p:cNvSpPr>
            <a:spLocks noGrp="1"/>
          </p:cNvSpPr>
          <p:nvPr>
            <p:ph type="title"/>
          </p:nvPr>
        </p:nvSpPr>
        <p:spPr/>
        <p:txBody>
          <a:bodyPr/>
          <a:lstStyle/>
          <a:p>
            <a:r>
              <a:rPr lang="en-IN" dirty="0" smtClean="0"/>
              <a:t>The Climate of Ladakh</a:t>
            </a:r>
            <a:endParaRPr lang="en-IN" dirty="0"/>
          </a:p>
        </p:txBody>
      </p:sp>
      <p:pic>
        <p:nvPicPr>
          <p:cNvPr id="3074" name="Picture 2" descr="C:\Users\User\Downloads\dsc-059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560" y="3003798"/>
            <a:ext cx="3067634" cy="204397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5" name="Picture 3" descr="C:\Users\User\Downloads\ladakh water short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3055801"/>
            <a:ext cx="3382516" cy="193997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11560" y="4774168"/>
            <a:ext cx="6910908" cy="369332"/>
          </a:xfrm>
          <a:prstGeom prst="rect">
            <a:avLst/>
          </a:prstGeom>
          <a:noFill/>
        </p:spPr>
        <p:txBody>
          <a:bodyPr wrap="square" rtlCol="0">
            <a:spAutoFit/>
          </a:bodyPr>
          <a:lstStyle/>
          <a:p>
            <a:pPr algn="ctr"/>
            <a:r>
              <a:rPr lang="en-IN" dirty="0" smtClean="0"/>
              <a:t>People Of Ladakh Starving For Water</a:t>
            </a:r>
            <a:endParaRPr lang="en-IN" dirty="0"/>
          </a:p>
        </p:txBody>
      </p:sp>
    </p:spTree>
    <p:extLst>
      <p:ext uri="{BB962C8B-B14F-4D97-AF65-F5344CB8AC3E}">
        <p14:creationId xmlns:p14="http://schemas.microsoft.com/office/powerpoint/2010/main" val="17531709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IN" dirty="0" smtClean="0"/>
              <a:t>By Sarthak Sidhant</a:t>
            </a:r>
            <a:endParaRPr lang="en-IN" dirty="0"/>
          </a:p>
        </p:txBody>
      </p:sp>
      <p:sp>
        <p:nvSpPr>
          <p:cNvPr id="3" name="Title 2"/>
          <p:cNvSpPr>
            <a:spLocks noGrp="1"/>
          </p:cNvSpPr>
          <p:nvPr>
            <p:ph type="title"/>
          </p:nvPr>
        </p:nvSpPr>
        <p:spPr/>
        <p:txBody>
          <a:bodyPr/>
          <a:lstStyle/>
          <a:p>
            <a:r>
              <a:rPr lang="en-IN" dirty="0" smtClean="0"/>
              <a:t>Flora and Fauna</a:t>
            </a:r>
            <a:endParaRPr lang="en-IN" dirty="0"/>
          </a:p>
        </p:txBody>
      </p:sp>
    </p:spTree>
    <p:extLst>
      <p:ext uri="{BB962C8B-B14F-4D97-AF65-F5344CB8AC3E}">
        <p14:creationId xmlns:p14="http://schemas.microsoft.com/office/powerpoint/2010/main" val="2117070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algn="ctr"/>
            <a:r>
              <a:rPr lang="en-GB" b="1" dirty="0" smtClean="0"/>
              <a:t>Because of the extreme dryness, you would find sparse vegetation in the area. There are scanty patches of grasses and shrubs for animals to graze. During the summers, trees of fruits such as apples, apricots, and walnuts bloom.</a:t>
            </a:r>
          </a:p>
          <a:p>
            <a:pPr algn="ctr"/>
            <a:endParaRPr lang="en-IN" b="1" dirty="0"/>
          </a:p>
        </p:txBody>
      </p:sp>
      <p:sp>
        <p:nvSpPr>
          <p:cNvPr id="3" name="Title 2"/>
          <p:cNvSpPr>
            <a:spLocks noGrp="1"/>
          </p:cNvSpPr>
          <p:nvPr>
            <p:ph type="title"/>
          </p:nvPr>
        </p:nvSpPr>
        <p:spPr/>
        <p:txBody>
          <a:bodyPr/>
          <a:lstStyle/>
          <a:p>
            <a:r>
              <a:rPr lang="en-IN" dirty="0" smtClean="0"/>
              <a:t>Flora Of Ladakh</a:t>
            </a:r>
            <a:endParaRPr lang="en-IN" dirty="0"/>
          </a:p>
        </p:txBody>
      </p:sp>
      <p:pic>
        <p:nvPicPr>
          <p:cNvPr id="4098" name="Picture 2" descr="https://upload.wikimedia.org/wikipedia/commons/c/c2/Apple_farming_in_Ladakh_Jammu_Kashmir_Indi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5" y="2258996"/>
            <a:ext cx="3816423" cy="2509298"/>
          </a:xfrm>
          <a:prstGeom prst="roundRect">
            <a:avLst>
              <a:gd name="adj" fmla="val 8594"/>
            </a:avLst>
          </a:prstGeom>
          <a:solidFill>
            <a:srgbClr val="FFFFFF">
              <a:shade val="85000"/>
            </a:srgbClr>
          </a:solidFill>
          <a:ln>
            <a:solidFill>
              <a:schemeClr val="tx1"/>
            </a:solid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pic>
        <p:nvPicPr>
          <p:cNvPr id="4100" name="Picture 4" descr="https://travelswithsheila.com/wp-content/uploads/2011/09/Day-2-apricot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024" y="2258996"/>
            <a:ext cx="3960440" cy="2584142"/>
          </a:xfrm>
          <a:prstGeom prst="roundRect">
            <a:avLst>
              <a:gd name="adj" fmla="val 8594"/>
            </a:avLst>
          </a:prstGeom>
          <a:solidFill>
            <a:srgbClr val="FFFFFF">
              <a:shade val="85000"/>
            </a:srgbClr>
          </a:solidFill>
          <a:ln>
            <a:solidFill>
              <a:schemeClr val="tx1"/>
            </a:solid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046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b="1" dirty="0"/>
              <a:t>Several species of birds such as robins, </a:t>
            </a:r>
            <a:r>
              <a:rPr lang="en-GB" b="1" dirty="0" err="1"/>
              <a:t>redstars</a:t>
            </a:r>
            <a:r>
              <a:rPr lang="en-GB" b="1" dirty="0"/>
              <a:t>, Tibetan </a:t>
            </a:r>
            <a:r>
              <a:rPr lang="en-GB" b="1" dirty="0" err="1"/>
              <a:t>snowcock</a:t>
            </a:r>
            <a:r>
              <a:rPr lang="en-GB" b="1" dirty="0"/>
              <a:t>, raven, and hoopoe are common. Some of these are migratory birds. The animals include wild goats, wild sheep, yak and special kinds of dogs. </a:t>
            </a:r>
            <a:endParaRPr lang="en-IN" b="1" dirty="0"/>
          </a:p>
        </p:txBody>
      </p:sp>
      <p:sp>
        <p:nvSpPr>
          <p:cNvPr id="3" name="Title 2"/>
          <p:cNvSpPr>
            <a:spLocks noGrp="1"/>
          </p:cNvSpPr>
          <p:nvPr>
            <p:ph type="title"/>
          </p:nvPr>
        </p:nvSpPr>
        <p:spPr/>
        <p:txBody>
          <a:bodyPr/>
          <a:lstStyle/>
          <a:p>
            <a:r>
              <a:rPr lang="en-IN" dirty="0" smtClean="0"/>
              <a:t>Fauna Of Ladakh</a:t>
            </a:r>
            <a:endParaRPr lang="en-IN" dirty="0"/>
          </a:p>
        </p:txBody>
      </p:sp>
      <p:pic>
        <p:nvPicPr>
          <p:cNvPr id="5122" name="Picture 2" descr="img8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328284"/>
            <a:ext cx="3816424" cy="23865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24" name="Picture 4" descr="leopardsnow.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2328284"/>
            <a:ext cx="3487001" cy="240370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419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23528" y="915566"/>
            <a:ext cx="8496944" cy="1618486"/>
          </a:xfrm>
        </p:spPr>
        <p:txBody>
          <a:bodyPr>
            <a:normAutofit fontScale="85000" lnSpcReduction="20000"/>
          </a:bodyPr>
          <a:lstStyle/>
          <a:p>
            <a:r>
              <a:rPr lang="en-GB" b="1" dirty="0"/>
              <a:t>The animals are reared to provide:</a:t>
            </a:r>
          </a:p>
          <a:p>
            <a:pPr marL="285750" indent="-285750">
              <a:buFont typeface="Arial" pitchFamily="34" charset="0"/>
              <a:buChar char="•"/>
            </a:pPr>
            <a:r>
              <a:rPr lang="en-GB" b="1" dirty="0"/>
              <a:t>Milk: Yak’s milk is used to make cheese and butter.</a:t>
            </a:r>
          </a:p>
          <a:p>
            <a:pPr marL="285750" indent="-285750">
              <a:buFont typeface="Arial" pitchFamily="34" charset="0"/>
              <a:buChar char="•"/>
            </a:pPr>
            <a:r>
              <a:rPr lang="en-GB" b="1" dirty="0"/>
              <a:t>Meat</a:t>
            </a:r>
          </a:p>
          <a:p>
            <a:pPr marL="285750" indent="-285750">
              <a:buFont typeface="Arial" pitchFamily="34" charset="0"/>
              <a:buChar char="•"/>
            </a:pPr>
            <a:r>
              <a:rPr lang="en-GB" b="1" dirty="0"/>
              <a:t>Hide</a:t>
            </a:r>
          </a:p>
          <a:p>
            <a:pPr marL="285750" indent="-285750">
              <a:buFont typeface="Arial" pitchFamily="34" charset="0"/>
              <a:buChar char="•"/>
            </a:pPr>
            <a:r>
              <a:rPr lang="en-GB" b="1" dirty="0"/>
              <a:t>Hair: The hair on the sheep and goats is used to make woollens.</a:t>
            </a:r>
          </a:p>
          <a:p>
            <a:endParaRPr lang="en-IN" b="1" dirty="0"/>
          </a:p>
        </p:txBody>
      </p:sp>
      <p:sp>
        <p:nvSpPr>
          <p:cNvPr id="3" name="Title 2"/>
          <p:cNvSpPr>
            <a:spLocks noGrp="1"/>
          </p:cNvSpPr>
          <p:nvPr>
            <p:ph type="title"/>
          </p:nvPr>
        </p:nvSpPr>
        <p:spPr/>
        <p:txBody>
          <a:bodyPr/>
          <a:lstStyle/>
          <a:p>
            <a:r>
              <a:rPr lang="en-IN" dirty="0" smtClean="0"/>
              <a:t>Birds Of Ladakh</a:t>
            </a:r>
            <a:endParaRPr lang="en-IN" dirty="0"/>
          </a:p>
        </p:txBody>
      </p:sp>
      <p:pic>
        <p:nvPicPr>
          <p:cNvPr id="4" name="Picture 2" descr="C:\Users\User\Downloads\Robin-Accentor-N-Robinson.jp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8333" l="1250" r="90000">
                        <a14:foregroundMark x1="1250" y1="72870" x2="9097" y2="77222"/>
                        <a14:foregroundMark x1="9792" y1="77222" x2="19653" y2="69352"/>
                        <a14:foregroundMark x1="19653" y1="70185" x2="32847" y2="77222"/>
                        <a14:foregroundMark x1="31528" y1="76389" x2="82847" y2="9833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252537" y="2258403"/>
            <a:ext cx="3816424" cy="27003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170" name="Picture 2" descr="C:\Users\User\Downloads\tetraogalle-tibet-op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887" y="2662487"/>
            <a:ext cx="3103651" cy="23215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C:\Users\User\Downloads\npl raven.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6096" y="173228"/>
            <a:ext cx="3077010" cy="2052805"/>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User\Downloads\Hoopoe-mud-bath.jpg"/>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0" b="100000" l="8375" r="76750">
                        <a14:foregroundMark x1="13000" y1="1689" x2="68500" y2="2251"/>
                        <a14:foregroundMark x1="68500" y1="2251" x2="68625" y2="95497"/>
                        <a14:foregroundMark x1="68625" y1="95497" x2="15375" y2="93621"/>
                        <a14:foregroundMark x1="15000" y1="94184" x2="13250" y2="1313"/>
                        <a14:foregroundMark x1="14625" y1="53096" x2="45000" y2="10694"/>
                        <a14:foregroundMark x1="20500" y1="23640" x2="20500" y2="23640"/>
                        <a14:foregroundMark x1="28250" y1="18574" x2="28250" y2="18574"/>
                        <a14:foregroundMark x1="19000" y1="35647" x2="36250" y2="1876"/>
                        <a14:foregroundMark x1="47500" y1="14447" x2="61000" y2="51032"/>
                        <a14:foregroundMark x1="55500" y1="38274" x2="43375" y2="51032"/>
                        <a14:foregroundMark x1="26250" y1="59662" x2="22250" y2="75610"/>
                        <a14:foregroundMark x1="10625" y1="10882" x2="10250" y2="97936"/>
                        <a14:foregroundMark x1="71625" y1="4878" x2="72875" y2="92308"/>
                        <a14:foregroundMark x1="75250" y1="7505" x2="74375" y2="60038"/>
                        <a14:foregroundMark x1="75250" y1="93809" x2="70500" y2="96060"/>
                        <a14:foregroundMark x1="75250" y1="66417" x2="76000" y2="74484"/>
                      </a14:backgroundRemoval>
                    </a14:imgEffect>
                  </a14:imgLayer>
                </a14:imgProps>
              </a:ext>
              <a:ext uri="{28A0092B-C50C-407E-A947-70E740481C1C}">
                <a14:useLocalDpi xmlns:a14="http://schemas.microsoft.com/office/drawing/2010/main" val="0"/>
              </a:ext>
            </a:extLst>
          </a:blip>
          <a:srcRect/>
          <a:stretch>
            <a:fillRect/>
          </a:stretch>
        </p:blipFill>
        <p:spPr bwMode="auto">
          <a:xfrm>
            <a:off x="6365984" y="2292253"/>
            <a:ext cx="3456384" cy="270830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9233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9000" r="-59000"/>
          </a:stretch>
        </a:blipFill>
        <a:effectLst/>
      </p:bgPr>
    </p:bg>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IN" dirty="0" smtClean="0"/>
              <a:t>By Sarthak Sidhant</a:t>
            </a:r>
            <a:endParaRPr lang="en-IN" dirty="0"/>
          </a:p>
        </p:txBody>
      </p:sp>
      <p:sp>
        <p:nvSpPr>
          <p:cNvPr id="3" name="Title 2"/>
          <p:cNvSpPr>
            <a:spLocks noGrp="1"/>
          </p:cNvSpPr>
          <p:nvPr>
            <p:ph type="title"/>
          </p:nvPr>
        </p:nvSpPr>
        <p:spPr/>
        <p:txBody>
          <a:bodyPr/>
          <a:lstStyle/>
          <a:p>
            <a:r>
              <a:rPr lang="en-IN" dirty="0" smtClean="0"/>
              <a:t>People Of Ladakh</a:t>
            </a:r>
            <a:endParaRPr lang="en-IN" dirty="0"/>
          </a:p>
        </p:txBody>
      </p:sp>
    </p:spTree>
    <p:extLst>
      <p:ext uri="{BB962C8B-B14F-4D97-AF65-F5344CB8AC3E}">
        <p14:creationId xmlns:p14="http://schemas.microsoft.com/office/powerpoint/2010/main" val="27882912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352426" y="1097280"/>
            <a:ext cx="7891982" cy="3706718"/>
          </a:xfrm>
        </p:spPr>
        <p:txBody>
          <a:bodyPr>
            <a:normAutofit/>
          </a:bodyPr>
          <a:lstStyle/>
          <a:p>
            <a:endParaRPr lang="en-GB" b="1" dirty="0" smtClean="0"/>
          </a:p>
          <a:p>
            <a:endParaRPr lang="en-GB" b="1" dirty="0"/>
          </a:p>
          <a:p>
            <a:r>
              <a:rPr lang="en-GB" b="1" dirty="0" smtClean="0"/>
              <a:t>You </a:t>
            </a:r>
            <a:r>
              <a:rPr lang="en-GB" b="1" dirty="0"/>
              <a:t>would mostly find either Muslims or Buddhists here. Ladakh is blessed with many Buddhist monasteries. Some of the famous monasteries are </a:t>
            </a:r>
            <a:r>
              <a:rPr lang="en-GB" b="1" dirty="0" err="1"/>
              <a:t>Hemis</a:t>
            </a:r>
            <a:r>
              <a:rPr lang="en-GB" b="1" dirty="0"/>
              <a:t>, </a:t>
            </a:r>
            <a:r>
              <a:rPr lang="en-GB" b="1" dirty="0" err="1"/>
              <a:t>Thiksey</a:t>
            </a:r>
            <a:r>
              <a:rPr lang="en-GB" b="1" dirty="0"/>
              <a:t>, </a:t>
            </a:r>
            <a:r>
              <a:rPr lang="en-GB" b="1" dirty="0" err="1"/>
              <a:t>Shey</a:t>
            </a:r>
            <a:r>
              <a:rPr lang="en-GB" b="1" dirty="0"/>
              <a:t>, and </a:t>
            </a:r>
            <a:r>
              <a:rPr lang="en-GB" b="1" dirty="0" err="1"/>
              <a:t>Lamayuru</a:t>
            </a:r>
            <a:r>
              <a:rPr lang="en-GB" b="1" dirty="0"/>
              <a:t>. The people of this region resemble </a:t>
            </a:r>
            <a:r>
              <a:rPr lang="en-GB" b="1" u="sng" dirty="0"/>
              <a:t>the people of Tibet and Central Asia</a:t>
            </a:r>
            <a:r>
              <a:rPr lang="en-GB" b="1" u="sng" dirty="0" smtClean="0"/>
              <a:t>.</a:t>
            </a:r>
          </a:p>
          <a:p>
            <a:pPr marL="285750" indent="-285750">
              <a:buFont typeface="Arial" pitchFamily="34" charset="0"/>
              <a:buChar char="•"/>
            </a:pPr>
            <a:r>
              <a:rPr lang="en-GB" b="1" u="sng" dirty="0"/>
              <a:t>Cultivation Activity</a:t>
            </a:r>
          </a:p>
          <a:p>
            <a:pPr lvl="2"/>
            <a:r>
              <a:rPr lang="en-GB" b="1" dirty="0"/>
              <a:t>In the summer people usually cultivate barley, potato, beans, p, as and turnip. In the winter months, due to the harsh climate, people keep themselves engaged in festivities and ceremonies. You would find the women working comparatively more than the men.</a:t>
            </a:r>
          </a:p>
          <a:p>
            <a:endParaRPr lang="en-IN" b="1" dirty="0"/>
          </a:p>
        </p:txBody>
      </p:sp>
      <p:sp>
        <p:nvSpPr>
          <p:cNvPr id="4" name="Title 3"/>
          <p:cNvSpPr>
            <a:spLocks noGrp="1"/>
          </p:cNvSpPr>
          <p:nvPr>
            <p:ph type="title"/>
          </p:nvPr>
        </p:nvSpPr>
        <p:spPr/>
        <p:txBody>
          <a:bodyPr/>
          <a:lstStyle/>
          <a:p>
            <a:r>
              <a:rPr lang="en-IN" dirty="0" smtClean="0"/>
              <a:t>Lifestyle Of People in Ladakh</a:t>
            </a:r>
            <a:endParaRPr lang="en-IN" dirty="0"/>
          </a:p>
        </p:txBody>
      </p:sp>
    </p:spTree>
    <p:extLst>
      <p:ext uri="{BB962C8B-B14F-4D97-AF65-F5344CB8AC3E}">
        <p14:creationId xmlns:p14="http://schemas.microsoft.com/office/powerpoint/2010/main" val="37379784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52426" y="1097280"/>
            <a:ext cx="8180014" cy="3778726"/>
          </a:xfrm>
        </p:spPr>
        <p:txBody>
          <a:bodyPr>
            <a:normAutofit fontScale="92500" lnSpcReduction="10000"/>
          </a:bodyPr>
          <a:lstStyle/>
          <a:p>
            <a:r>
              <a:rPr lang="en-GB" b="1" dirty="0"/>
              <a:t>Business Culture</a:t>
            </a:r>
          </a:p>
          <a:p>
            <a:r>
              <a:rPr lang="en-GB" b="1" dirty="0"/>
              <a:t>Since Ladakh is one of the most sought-after tourist places in India, and also the world, the business is quite profound. You will find a lot of small businesses and shops. They cater to the needs of the tourists who visit each year. Mostly, women manage these shops and businesses</a:t>
            </a:r>
            <a:r>
              <a:rPr lang="en-GB" b="1" dirty="0" smtClean="0"/>
              <a:t>.</a:t>
            </a:r>
          </a:p>
          <a:p>
            <a:r>
              <a:rPr lang="en-GB" b="1" dirty="0"/>
              <a:t>Infrastructure</a:t>
            </a:r>
          </a:p>
          <a:p>
            <a:r>
              <a:rPr lang="en-GB" b="1" dirty="0" err="1"/>
              <a:t>Leh</a:t>
            </a:r>
            <a:r>
              <a:rPr lang="en-GB" b="1" dirty="0"/>
              <a:t>, the capital of Ladakh is well connected by road as well as air. The National Highway 1A connects </a:t>
            </a:r>
            <a:r>
              <a:rPr lang="en-GB" b="1" dirty="0" err="1"/>
              <a:t>Leh</a:t>
            </a:r>
            <a:r>
              <a:rPr lang="en-GB" b="1" dirty="0"/>
              <a:t> to Kashmir Valley through the </a:t>
            </a:r>
            <a:r>
              <a:rPr lang="en-GB" b="1" dirty="0" err="1"/>
              <a:t>Zoji</a:t>
            </a:r>
            <a:r>
              <a:rPr lang="en-GB" b="1" dirty="0"/>
              <a:t> La Pass.</a:t>
            </a:r>
          </a:p>
          <a:p>
            <a:r>
              <a:rPr lang="en-GB" b="1" dirty="0"/>
              <a:t>Tourism</a:t>
            </a:r>
          </a:p>
          <a:p>
            <a:r>
              <a:rPr lang="en-GB" b="1" dirty="0"/>
              <a:t>This is a major tourist attraction for tourists across the globe. The tourists visit the </a:t>
            </a:r>
            <a:r>
              <a:rPr lang="en-GB" b="1" dirty="0" err="1"/>
              <a:t>gompas</a:t>
            </a:r>
            <a:r>
              <a:rPr lang="en-GB" b="1" dirty="0"/>
              <a:t>, do trekking to see the meadows and glaciers and witness the ceremonies and festivities. It is a great place for the bikers and the adventure lovers.</a:t>
            </a:r>
          </a:p>
          <a:p>
            <a:endParaRPr lang="en-GB" b="1" dirty="0"/>
          </a:p>
          <a:p>
            <a:endParaRPr lang="en-IN" b="1" dirty="0"/>
          </a:p>
        </p:txBody>
      </p:sp>
      <p:sp>
        <p:nvSpPr>
          <p:cNvPr id="3" name="Title 2"/>
          <p:cNvSpPr>
            <a:spLocks noGrp="1"/>
          </p:cNvSpPr>
          <p:nvPr>
            <p:ph type="title"/>
          </p:nvPr>
        </p:nvSpPr>
        <p:spPr/>
        <p:txBody>
          <a:bodyPr/>
          <a:lstStyle/>
          <a:p>
            <a:r>
              <a:rPr lang="en-IN" dirty="0"/>
              <a:t>Lifestyle Of People in </a:t>
            </a:r>
            <a:r>
              <a:rPr lang="en-IN" dirty="0" smtClean="0"/>
              <a:t>Ladakh - 2</a:t>
            </a:r>
            <a:endParaRPr lang="en-IN" dirty="0"/>
          </a:p>
        </p:txBody>
      </p:sp>
    </p:spTree>
    <p:extLst>
      <p:ext uri="{BB962C8B-B14F-4D97-AF65-F5344CB8AC3E}">
        <p14:creationId xmlns:p14="http://schemas.microsoft.com/office/powerpoint/2010/main" val="8446668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GB" b="1" dirty="0"/>
              <a:t>Modernization has not left Ladakh aloof. The life of the people is undergoing a change. This is mainly because of the modern technology and lifestyle. The people of Ladakh have over centuries learned to live in harmony with nature</a:t>
            </a:r>
            <a:r>
              <a:rPr lang="en-GB" b="1" dirty="0" smtClean="0"/>
              <a:t>.</a:t>
            </a:r>
          </a:p>
          <a:p>
            <a:endParaRPr lang="en-GB" b="1" dirty="0"/>
          </a:p>
          <a:p>
            <a:endParaRPr lang="en-GB" b="1" dirty="0"/>
          </a:p>
          <a:p>
            <a:r>
              <a:rPr lang="en-GB" b="1" dirty="0"/>
              <a:t>Due to the scarcity of resources, they understand their value and conserve them. They do not waste the resources and use them very judiciously. To know the beauty of Ladakh, one has to visit the place. You can get proper enthusiasm when you visit this amazing </a:t>
            </a:r>
            <a:r>
              <a:rPr lang="en-GB" b="1" dirty="0" smtClean="0"/>
              <a:t>place.</a:t>
            </a:r>
            <a:endParaRPr lang="en-GB" b="1" dirty="0"/>
          </a:p>
          <a:p>
            <a:endParaRPr lang="en-IN" dirty="0"/>
          </a:p>
        </p:txBody>
      </p:sp>
      <p:sp>
        <p:nvSpPr>
          <p:cNvPr id="3" name="Title 2"/>
          <p:cNvSpPr>
            <a:spLocks noGrp="1"/>
          </p:cNvSpPr>
          <p:nvPr>
            <p:ph type="title"/>
          </p:nvPr>
        </p:nvSpPr>
        <p:spPr/>
        <p:txBody>
          <a:bodyPr/>
          <a:lstStyle/>
          <a:p>
            <a:r>
              <a:rPr lang="en-IN" dirty="0" smtClean="0"/>
              <a:t>Modernisation in Ladakh</a:t>
            </a:r>
            <a:endParaRPr lang="en-IN" dirty="0"/>
          </a:p>
        </p:txBody>
      </p:sp>
    </p:spTree>
    <p:extLst>
      <p:ext uri="{BB962C8B-B14F-4D97-AF65-F5344CB8AC3E}">
        <p14:creationId xmlns:p14="http://schemas.microsoft.com/office/powerpoint/2010/main" val="42612615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pct40">
          <a:fgClr>
            <a:schemeClr val="accent1"/>
          </a:fgClr>
          <a:bgClr>
            <a:schemeClr val="bg1"/>
          </a:bgClr>
        </a:pattFill>
        <a:effectLst/>
      </p:bgPr>
    </p:bg>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51520" y="987574"/>
            <a:ext cx="8640960" cy="4155926"/>
          </a:xfrm>
        </p:spPr>
        <p:txBody>
          <a:bodyPr>
            <a:normAutofit fontScale="62500" lnSpcReduction="20000"/>
          </a:bodyPr>
          <a:lstStyle/>
          <a:p>
            <a:r>
              <a:rPr lang="en-IN" dirty="0">
                <a:hlinkClick r:id="rId2"/>
              </a:rPr>
              <a:t>https://</a:t>
            </a:r>
            <a:r>
              <a:rPr lang="en-IN" dirty="0" smtClean="0">
                <a:hlinkClick r:id="rId2"/>
              </a:rPr>
              <a:t>static.toiimg.com/imagenext/toiblogs/photo/blogs/wp-content/uploads/2015/07/Mountains-in-Nubra.jpg</a:t>
            </a:r>
            <a:r>
              <a:rPr lang="en-IN" dirty="0"/>
              <a:t>, </a:t>
            </a:r>
            <a:r>
              <a:rPr lang="en-IN" dirty="0">
                <a:hlinkClick r:id="rId3"/>
              </a:rPr>
              <a:t>https://</a:t>
            </a:r>
            <a:r>
              <a:rPr lang="en-IN" dirty="0" smtClean="0">
                <a:hlinkClick r:id="rId3"/>
              </a:rPr>
              <a:t>www.oyorooms.com/travel-guide/wp-content/uploads/2019/06/10-Things-You-Should-Never-Miss-Out-on-a-Trip-to-Ladakh-Image-5.jpg</a:t>
            </a:r>
            <a:r>
              <a:rPr lang="en-IN" dirty="0"/>
              <a:t>, </a:t>
            </a:r>
            <a:r>
              <a:rPr lang="en-IN" dirty="0">
                <a:hlinkClick r:id="rId4"/>
              </a:rPr>
              <a:t>https://www.toppr.com/ask/question/long-answer-type-questionsdescribe-the-flora-and-fauna-found-in-the-ladakh-desert</a:t>
            </a:r>
            <a:r>
              <a:rPr lang="en-IN" dirty="0" smtClean="0">
                <a:hlinkClick r:id="rId4"/>
              </a:rPr>
              <a:t>/</a:t>
            </a:r>
            <a:r>
              <a:rPr lang="en-IN" dirty="0"/>
              <a:t>, </a:t>
            </a:r>
            <a:r>
              <a:rPr lang="en-IN" dirty="0">
                <a:hlinkClick r:id="rId5"/>
              </a:rPr>
              <a:t>https://www.toppr.com/guides/geography/life-in-the-deserts/the-cold-desert-ladakh</a:t>
            </a:r>
            <a:r>
              <a:rPr lang="en-IN" dirty="0" smtClean="0">
                <a:hlinkClick r:id="rId5"/>
              </a:rPr>
              <a:t>/</a:t>
            </a:r>
            <a:r>
              <a:rPr lang="en-IN" dirty="0"/>
              <a:t>, </a:t>
            </a:r>
            <a:r>
              <a:rPr lang="en-IN" dirty="0">
                <a:hlinkClick r:id="rId6"/>
              </a:rPr>
              <a:t>https://</a:t>
            </a:r>
            <a:r>
              <a:rPr lang="en-IN" dirty="0" smtClean="0">
                <a:hlinkClick r:id="rId6"/>
              </a:rPr>
              <a:t>d1whtlypfis84e.cloudfront.net/guides/wp-content/uploads/2018/02/22080114/The-Cold-desert-Ladakh-768x480.jpg</a:t>
            </a:r>
            <a:r>
              <a:rPr lang="en-IN" dirty="0"/>
              <a:t>, </a:t>
            </a:r>
            <a:r>
              <a:rPr lang="en-IN" dirty="0">
                <a:hlinkClick r:id="rId7"/>
              </a:rPr>
              <a:t>https://</a:t>
            </a:r>
            <a:r>
              <a:rPr lang="en-IN" dirty="0" smtClean="0">
                <a:hlinkClick r:id="rId7"/>
              </a:rPr>
              <a:t>www.downtoearth.org.in/news/water/problem-in-paradise-water-crisis-deepens-in-ladakh-amid-surge-in-tourists-61105</a:t>
            </a:r>
            <a:r>
              <a:rPr lang="en-IN" dirty="0"/>
              <a:t>, </a:t>
            </a:r>
            <a:r>
              <a:rPr lang="en-IN" dirty="0">
                <a:hlinkClick r:id="rId8"/>
              </a:rPr>
              <a:t>https://www.thethirdpole.net/2018/08/01/%E0%A4%B9%E0%A4%BF%E0%A4%A8%E0%A5%8D%E0%A4%A6%E0%A5%80-tourist-magnet-ladakh-facing-water-scarcity</a:t>
            </a:r>
            <a:r>
              <a:rPr lang="en-IN" dirty="0" smtClean="0">
                <a:hlinkClick r:id="rId8"/>
              </a:rPr>
              <a:t>/</a:t>
            </a:r>
            <a:r>
              <a:rPr lang="en-IN" dirty="0"/>
              <a:t>, </a:t>
            </a:r>
            <a:r>
              <a:rPr lang="en-IN" dirty="0">
                <a:hlinkClick r:id="rId9"/>
              </a:rPr>
              <a:t>https://</a:t>
            </a:r>
            <a:r>
              <a:rPr lang="en-IN" dirty="0" smtClean="0">
                <a:hlinkClick r:id="rId9"/>
              </a:rPr>
              <a:t>www.reachladakh.com/news/constituency/in-the-past-we-used-to-drink-directly-from-streams-it-s-unthinkable-now-leh-residents</a:t>
            </a:r>
            <a:r>
              <a:rPr lang="en-IN" dirty="0"/>
              <a:t>, </a:t>
            </a:r>
            <a:r>
              <a:rPr lang="en-IN" dirty="0">
                <a:hlinkClick r:id="rId10"/>
              </a:rPr>
              <a:t>https://</a:t>
            </a:r>
            <a:r>
              <a:rPr lang="en-IN" dirty="0" smtClean="0">
                <a:hlinkClick r:id="rId10"/>
              </a:rPr>
              <a:t>i.pinimg.com/564x/35/e0/69/35e06992f4fea95eaede9bb446bb4ba4.jpg</a:t>
            </a:r>
            <a:r>
              <a:rPr lang="en-IN" dirty="0"/>
              <a:t>, </a:t>
            </a:r>
            <a:r>
              <a:rPr lang="en-IN" dirty="0">
                <a:hlinkClick r:id="rId11"/>
              </a:rPr>
              <a:t>https://</a:t>
            </a:r>
            <a:r>
              <a:rPr lang="en-IN" dirty="0" smtClean="0">
                <a:hlinkClick r:id="rId11"/>
              </a:rPr>
              <a:t>dynamic-media-cdn.tripadvisor.com/media/photo-o/0d/79/45/db/pangong-tso.jpg?w=1200&amp;h=700&amp;s=1</a:t>
            </a:r>
            <a:r>
              <a:rPr lang="en-IN" dirty="0"/>
              <a:t>, </a:t>
            </a:r>
            <a:r>
              <a:rPr lang="en-IN" dirty="0">
                <a:hlinkClick r:id="rId12"/>
              </a:rPr>
              <a:t>https://www.toppr.com/ask/question/the-chiru-or-the-tibetan-antelope-is-an-endangered-species-found-in-ladakh-it-is</a:t>
            </a:r>
            <a:r>
              <a:rPr lang="en-IN" dirty="0" smtClean="0">
                <a:hlinkClick r:id="rId12"/>
              </a:rPr>
              <a:t>/</a:t>
            </a:r>
            <a:r>
              <a:rPr lang="en-IN" dirty="0"/>
              <a:t>, </a:t>
            </a:r>
            <a:r>
              <a:rPr lang="en-IN" dirty="0">
                <a:hlinkClick r:id="rId13"/>
              </a:rPr>
              <a:t>https://</a:t>
            </a:r>
            <a:r>
              <a:rPr lang="en-IN" dirty="0" smtClean="0">
                <a:hlinkClick r:id="rId13"/>
              </a:rPr>
              <a:t>upload.wikimedia.org/wikipedia/commons/c/c2/Apple_farming_in_Ladakh_Jammu_Kashmir_India.jpg</a:t>
            </a:r>
            <a:r>
              <a:rPr lang="en-IN" dirty="0"/>
              <a:t> , </a:t>
            </a:r>
            <a:r>
              <a:rPr lang="en-IN" dirty="0">
                <a:hlinkClick r:id="rId14"/>
              </a:rPr>
              <a:t>https://</a:t>
            </a:r>
            <a:r>
              <a:rPr lang="en-IN" dirty="0" smtClean="0">
                <a:hlinkClick r:id="rId14"/>
              </a:rPr>
              <a:t>travelswithsheila.com/wp-content/uploads/2011/09/Day-2-apricots.jpg</a:t>
            </a:r>
            <a:r>
              <a:rPr lang="en-IN" dirty="0"/>
              <a:t> , </a:t>
            </a:r>
            <a:r>
              <a:rPr lang="en-IN" dirty="0">
                <a:hlinkClick r:id="rId15"/>
              </a:rPr>
              <a:t>https://www.facebook.com/271130742897158/photos/pcb.1185673634776193/1185671018109788/?</a:t>
            </a:r>
            <a:r>
              <a:rPr lang="en-IN" dirty="0" smtClean="0">
                <a:hlinkClick r:id="rId15"/>
              </a:rPr>
              <a:t>type=3&amp;theater</a:t>
            </a:r>
            <a:r>
              <a:rPr lang="en-IN" dirty="0"/>
              <a:t>, </a:t>
            </a:r>
            <a:r>
              <a:rPr lang="en-IN" dirty="0">
                <a:hlinkClick r:id="rId16"/>
              </a:rPr>
              <a:t>https://</a:t>
            </a:r>
            <a:r>
              <a:rPr lang="en-IN" dirty="0" smtClean="0">
                <a:hlinkClick r:id="rId16"/>
              </a:rPr>
              <a:t>www.leh-ladakh-taxi-booking.com/img/practical-info/1000x430_tibetan-fox-marmot-himalayan-mountains.jpg</a:t>
            </a:r>
            <a:r>
              <a:rPr lang="en-IN" dirty="0"/>
              <a:t>, </a:t>
            </a:r>
            <a:r>
              <a:rPr lang="en-IN" u="sng" dirty="0">
                <a:solidFill>
                  <a:schemeClr val="accent2">
                    <a:lumMod val="50000"/>
                  </a:schemeClr>
                </a:solidFill>
              </a:rPr>
              <a:t>https://</a:t>
            </a:r>
            <a:r>
              <a:rPr lang="en-IN" u="sng" dirty="0" smtClean="0">
                <a:solidFill>
                  <a:schemeClr val="accent2">
                    <a:lumMod val="50000"/>
                  </a:schemeClr>
                </a:solidFill>
              </a:rPr>
              <a:t>images.squarespace-cdn.com/content/v1/5c6afff4af4683a2559c5596/1552601555495-T94WY08FNS0A8VD0LMGM/ke17ZwdGBToddI8pDm48kIIB6g8eAjVUZO-azrWbOQYUqsxRUqqbr1mOJYKfIPR7LoDQ9mXPOjoJoqy81S2I8N_N4V1vUb5AoIIIbLZhVYxCRW4BPu10St3TBAUQYVKcXIGCwurDmULFP4nxlt0Sld7xFjq3UyfSZjh_gMfnu94ZDKCYy_T7OYhOyKv8zDfN/img81.jpg?format=750w</a:t>
            </a:r>
            <a:r>
              <a:rPr lang="en-IN" dirty="0"/>
              <a:t>, </a:t>
            </a:r>
            <a:r>
              <a:rPr lang="en-IN" u="sng" dirty="0">
                <a:solidFill>
                  <a:schemeClr val="accent2">
                    <a:lumMod val="50000"/>
                  </a:schemeClr>
                </a:solidFill>
              </a:rPr>
              <a:t>https://</a:t>
            </a:r>
            <a:r>
              <a:rPr lang="en-IN" u="sng" dirty="0" smtClean="0">
                <a:solidFill>
                  <a:schemeClr val="accent2">
                    <a:lumMod val="50000"/>
                  </a:schemeClr>
                </a:solidFill>
              </a:rPr>
              <a:t>images.squarespace-cdn.com/content/v1/5c6afff4af4683a2559c5596/1552601507662-VJ19VLM6QA50UTP3HHZI/ke17ZwdGBToddI8pDm48kCIxSipHSCZDl9I6fzrIWR5Zw-zPPgdn4jUwVcJE1ZvWQUxwkmyExglNqGp0IvTJZamWLI2zvYWH8K3-s_4yszcp2ryTI0HqTOaaUohrI8PIh6JN5dyn8fOwK0vaf5N2oJMBA5hJSn5mBzEIItZ9rmgKMshLAGzx4R3EDFOm1kBS/leopardsnow.jpg?format=750w</a:t>
            </a:r>
            <a:r>
              <a:rPr lang="en-IN" dirty="0"/>
              <a:t>, </a:t>
            </a:r>
            <a:r>
              <a:rPr lang="en-IN" dirty="0">
                <a:hlinkClick r:id="rId17"/>
              </a:rPr>
              <a:t>https://</a:t>
            </a:r>
            <a:r>
              <a:rPr lang="en-IN" dirty="0" smtClean="0">
                <a:hlinkClick r:id="rId17"/>
              </a:rPr>
              <a:t>www.leh-ladakh-taxi-booking.com/practical-info/wildlife-ladakh-mammals-birds-himalayan-animals</a:t>
            </a:r>
            <a:r>
              <a:rPr lang="en-IN" dirty="0"/>
              <a:t>, </a:t>
            </a:r>
            <a:r>
              <a:rPr lang="en-IN" dirty="0">
                <a:hlinkClick r:id="rId18"/>
              </a:rPr>
              <a:t>https://</a:t>
            </a:r>
            <a:r>
              <a:rPr lang="en-IN" dirty="0" smtClean="0">
                <a:hlinkClick r:id="rId18"/>
              </a:rPr>
              <a:t>www.stokpalaceheritage.com/wildlife-of-ladakh</a:t>
            </a:r>
            <a:r>
              <a:rPr lang="en-IN" dirty="0"/>
              <a:t>, </a:t>
            </a:r>
            <a:r>
              <a:rPr lang="en-IN" dirty="0">
                <a:hlinkClick r:id="rId19"/>
              </a:rPr>
              <a:t>https://</a:t>
            </a:r>
            <a:r>
              <a:rPr lang="en-IN" dirty="0" smtClean="0">
                <a:hlinkClick r:id="rId19"/>
              </a:rPr>
              <a:t>www.tripadvisor.com/Tourism-g297624-Ladakh_Jammu_and_Kashmir-Vacations.html</a:t>
            </a:r>
            <a:r>
              <a:rPr lang="en-IN" dirty="0"/>
              <a:t>, </a:t>
            </a:r>
            <a:r>
              <a:rPr lang="en-IN" dirty="0">
                <a:hlinkClick r:id="rId20"/>
              </a:rPr>
              <a:t>https://</a:t>
            </a:r>
            <a:r>
              <a:rPr lang="en-IN" dirty="0" smtClean="0">
                <a:hlinkClick r:id="rId20"/>
              </a:rPr>
              <a:t>www.wildabouttravel.co.uk/w0rdpr3s5/wp-content/uploads/Robin-Accentor-N-Robinson.jpg</a:t>
            </a:r>
            <a:r>
              <a:rPr lang="en-IN" dirty="0"/>
              <a:t>, </a:t>
            </a:r>
            <a:r>
              <a:rPr lang="en-IN" dirty="0">
                <a:hlinkClick r:id="rId21"/>
              </a:rPr>
              <a:t>http://</a:t>
            </a:r>
            <a:r>
              <a:rPr lang="en-IN" dirty="0" smtClean="0">
                <a:hlinkClick r:id="rId21"/>
              </a:rPr>
              <a:t>www.oiseaux-birds.com/galliformes/phasianides/tetraogalle-tibet/tetraogalle-tibet-op3.jpg</a:t>
            </a:r>
            <a:r>
              <a:rPr lang="en-IN" dirty="0"/>
              <a:t>, </a:t>
            </a:r>
            <a:r>
              <a:rPr lang="en-IN" dirty="0">
                <a:hlinkClick r:id="rId22"/>
              </a:rPr>
              <a:t>https://</a:t>
            </a:r>
            <a:r>
              <a:rPr lang="en-IN" dirty="0" smtClean="0">
                <a:hlinkClick r:id="rId22"/>
              </a:rPr>
              <a:t>www.lehladakhtourism.com/about-ladakh/images/ladakh-people.jpg</a:t>
            </a:r>
            <a:r>
              <a:rPr lang="en-IN" dirty="0"/>
              <a:t>, </a:t>
            </a:r>
            <a:r>
              <a:rPr lang="en-IN" dirty="0">
                <a:hlinkClick r:id="rId23"/>
              </a:rPr>
              <a:t>https://</a:t>
            </a:r>
            <a:r>
              <a:rPr lang="en-IN" dirty="0" smtClean="0">
                <a:hlinkClick r:id="rId23"/>
              </a:rPr>
              <a:t>static-blog.treebo.com/blog/wp-content/uploads/2018/05/Webp.net-compress-image-22.jpg</a:t>
            </a:r>
            <a:r>
              <a:rPr lang="en-IN" dirty="0"/>
              <a:t>, </a:t>
            </a:r>
            <a:r>
              <a:rPr lang="en-IN" dirty="0">
                <a:hlinkClick r:id="rId24"/>
              </a:rPr>
              <a:t>https://</a:t>
            </a:r>
            <a:r>
              <a:rPr lang="en-IN" dirty="0" smtClean="0">
                <a:hlinkClick r:id="rId24"/>
              </a:rPr>
              <a:t>journals.openedition.org/samaj/docannexe/image/4208/img-1-small580.jpg</a:t>
            </a:r>
            <a:r>
              <a:rPr lang="en-IN" dirty="0"/>
              <a:t>, </a:t>
            </a:r>
            <a:r>
              <a:rPr lang="en-IN" dirty="0">
                <a:hlinkClick r:id="rId25"/>
              </a:rPr>
              <a:t>https://bsmedia.business-standard.com/media-handler.php?mediaPath=https://bsmedia.business-standard.com/_</a:t>
            </a:r>
            <a:r>
              <a:rPr lang="en-IN" dirty="0" smtClean="0">
                <a:hlinkClick r:id="rId25"/>
              </a:rPr>
              <a:t>media/bs/img/article/2018-10/24/full/1540370952-5014.jpg&amp;width=1200</a:t>
            </a:r>
            <a:r>
              <a:rPr lang="en-IN" dirty="0" smtClean="0"/>
              <a:t>, </a:t>
            </a:r>
            <a:endParaRPr lang="en-IN" u="sng" dirty="0" smtClean="0">
              <a:solidFill>
                <a:schemeClr val="accent2">
                  <a:lumMod val="50000"/>
                </a:schemeClr>
              </a:solidFill>
            </a:endParaRPr>
          </a:p>
        </p:txBody>
      </p:sp>
      <p:sp>
        <p:nvSpPr>
          <p:cNvPr id="3" name="Title 2"/>
          <p:cNvSpPr>
            <a:spLocks noGrp="1"/>
          </p:cNvSpPr>
          <p:nvPr>
            <p:ph type="title"/>
          </p:nvPr>
        </p:nvSpPr>
        <p:spPr/>
        <p:txBody>
          <a:bodyPr/>
          <a:lstStyle/>
          <a:p>
            <a:r>
              <a:rPr lang="en-IN" dirty="0" smtClean="0"/>
              <a:t>AKNOWLEDEMENTS</a:t>
            </a:r>
            <a:endParaRPr lang="en-IN" dirty="0"/>
          </a:p>
        </p:txBody>
      </p:sp>
    </p:spTree>
    <p:extLst>
      <p:ext uri="{BB962C8B-B14F-4D97-AF65-F5344CB8AC3E}">
        <p14:creationId xmlns:p14="http://schemas.microsoft.com/office/powerpoint/2010/main" val="20153478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idx="1"/>
          </p:nvPr>
        </p:nvPicPr>
        <p:blipFill>
          <a:blip r:embed="rId2">
            <a:extLst>
              <a:ext uri="{28A0092B-C50C-407E-A947-70E740481C1C}">
                <a14:useLocalDpi xmlns:a14="http://schemas.microsoft.com/office/drawing/2010/main" val="0"/>
              </a:ext>
            </a:extLst>
          </a:blip>
          <a:srcRect l="15496" r="15496"/>
          <a:stretch>
            <a:fillRect/>
          </a:stretch>
        </p:blipFill>
        <p:spPr/>
      </p:pic>
      <p:sp>
        <p:nvSpPr>
          <p:cNvPr id="6" name="Text Placeholder 5"/>
          <p:cNvSpPr>
            <a:spLocks noGrp="1"/>
          </p:cNvSpPr>
          <p:nvPr>
            <p:ph type="body" sz="quarter" idx="13"/>
          </p:nvPr>
        </p:nvSpPr>
        <p:spPr/>
        <p:txBody>
          <a:bodyPr/>
          <a:lstStyle/>
          <a:p>
            <a:r>
              <a:rPr lang="en-IN" dirty="0" smtClean="0"/>
              <a:t>Prepared By Sarthak Sidhant For Geography Project Class 7/B</a:t>
            </a:r>
          </a:p>
          <a:p>
            <a:endParaRPr lang="en-IN" dirty="0"/>
          </a:p>
          <a:p>
            <a:r>
              <a:rPr lang="en-IN" dirty="0" smtClean="0"/>
              <a:t>Thank You, Well Wishes</a:t>
            </a:r>
            <a:endParaRPr lang="en-IN" dirty="0"/>
          </a:p>
        </p:txBody>
      </p:sp>
      <p:sp>
        <p:nvSpPr>
          <p:cNvPr id="4" name="Title 3"/>
          <p:cNvSpPr>
            <a:spLocks noGrp="1"/>
          </p:cNvSpPr>
          <p:nvPr>
            <p:ph type="title"/>
          </p:nvPr>
        </p:nvSpPr>
        <p:spPr/>
        <p:txBody>
          <a:bodyPr>
            <a:normAutofit fontScale="90000"/>
          </a:bodyPr>
          <a:lstStyle/>
          <a:p>
            <a:r>
              <a:rPr lang="en-IN" dirty="0" smtClean="0"/>
              <a:t>Ladakh: A Cold Desert</a:t>
            </a:r>
            <a:endParaRPr lang="en-IN" dirty="0"/>
          </a:p>
        </p:txBody>
      </p:sp>
      <p:sp>
        <p:nvSpPr>
          <p:cNvPr id="8" name="TextBox 7"/>
          <p:cNvSpPr txBox="1"/>
          <p:nvPr/>
        </p:nvSpPr>
        <p:spPr>
          <a:xfrm>
            <a:off x="1835696" y="4475316"/>
            <a:ext cx="5382371" cy="369332"/>
          </a:xfrm>
          <a:prstGeom prst="rect">
            <a:avLst/>
          </a:prstGeom>
          <a:noFill/>
        </p:spPr>
        <p:txBody>
          <a:bodyPr wrap="none" rtlCol="0">
            <a:spAutoFit/>
          </a:bodyPr>
          <a:lstStyle/>
          <a:p>
            <a:r>
              <a:rPr lang="en-IN" dirty="0" smtClean="0"/>
              <a:t>Go  to Sarthak-Sidhant.github.io For More Information</a:t>
            </a:r>
            <a:endParaRPr lang="en-IN" dirty="0"/>
          </a:p>
        </p:txBody>
      </p:sp>
    </p:spTree>
    <p:extLst>
      <p:ext uri="{BB962C8B-B14F-4D97-AF65-F5344CB8AC3E}">
        <p14:creationId xmlns:p14="http://schemas.microsoft.com/office/powerpoint/2010/main" val="95430201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Mylar">
      <a:maj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ylar">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innerShdw blurRad="50800" dist="25400" dir="13500000">
              <a:srgbClr val="000000">
                <a:alpha val="75000"/>
              </a:srgbClr>
            </a:innerShdw>
            <a:outerShdw blurRad="50800" dist="25400" dir="5400000" rotWithShape="0">
              <a:srgbClr val="000000">
                <a:alpha val="50000"/>
              </a:srgbClr>
            </a:outerShdw>
          </a:effectLst>
          <a:scene3d>
            <a:camera prst="orthographicFront">
              <a:rot lat="0" lon="0" rev="0"/>
            </a:camera>
            <a:lightRig rig="threePt" dir="tl"/>
          </a:scene3d>
          <a:sp3d prstMaterial="dkEdge">
            <a:bevelT w="25400" h="508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tint val="100000"/>
                <a:shade val="30000"/>
                <a:alpha val="100000"/>
                <a:satMod val="255000"/>
                <a:lumMod val="100000"/>
              </a:schemeClr>
            </a:gs>
          </a:gsLst>
          <a:path path="circle">
            <a:fillToRect l="50000" t="-80000" r="50000" b="180000"/>
          </a:path>
        </a:gradFill>
        <a:blipFill rotWithShape="1">
          <a:blip xmlns:r="http://schemas.openxmlformats.org/officeDocument/2006/relationships" r:embed="rId1">
            <a:duotone>
              <a:schemeClr val="phClr">
                <a:lumMod val="80000"/>
              </a:schemeClr>
              <a:schemeClr val="phClr">
                <a:tint val="50000"/>
                <a:lumMod val="1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TM01790491[[fn=Mylar]]</Template>
  <TotalTime>146</TotalTime>
  <Words>691</Words>
  <Application>Microsoft Office PowerPoint</Application>
  <PresentationFormat>On-screen Show (16:9)</PresentationFormat>
  <Paragraphs>51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Mylar</vt:lpstr>
      <vt:lpstr>The Cold Desert : Ladakh</vt:lpstr>
      <vt:lpstr>Overview and Climate</vt:lpstr>
      <vt:lpstr>About Ladakh: An Overview</vt:lpstr>
      <vt:lpstr>The Climate of Ladakh</vt:lpstr>
      <vt:lpstr>Flora and Fauna</vt:lpstr>
      <vt:lpstr>Flora Of Ladakh</vt:lpstr>
      <vt:lpstr>Fauna Of Ladakh</vt:lpstr>
      <vt:lpstr>Birds Of Ladakh</vt:lpstr>
      <vt:lpstr>People Of Ladakh</vt:lpstr>
      <vt:lpstr>Lifestyle Of People in Ladakh</vt:lpstr>
      <vt:lpstr>Lifestyle Of People in Ladakh - 2</vt:lpstr>
      <vt:lpstr>Modernisation in Ladakh</vt:lpstr>
      <vt:lpstr>AKNOWLEDEMENTS</vt:lpstr>
      <vt:lpstr>Ladakh: A Cold Desert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Cold Desert : Ladakh</dc:title>
  <dc:creator>Windows User</dc:creator>
  <cp:lastModifiedBy>Windows User</cp:lastModifiedBy>
  <cp:revision>13</cp:revision>
  <dcterms:created xsi:type="dcterms:W3CDTF">2021-01-21T15:48:50Z</dcterms:created>
  <dcterms:modified xsi:type="dcterms:W3CDTF">2021-01-21T18:15:39Z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